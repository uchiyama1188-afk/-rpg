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o Jinsenji 秦泉寺 章夫" userId="988e9aa6-b528-4e7d-9003-87e4f32d5b0d" providerId="ADAL" clId="{9A1D054F-6236-4F21-9BCD-CDAFA275B7C6}"/>
    <pc:docChg chg="modSld">
      <pc:chgData name="Akio Jinsenji 秦泉寺 章夫" userId="988e9aa6-b528-4e7d-9003-87e4f32d5b0d" providerId="ADAL" clId="{9A1D054F-6236-4F21-9BCD-CDAFA275B7C6}" dt="2026-10-05T05:18:05.902" v="7" actId="20577"/>
      <pc:docMkLst>
        <pc:docMk/>
      </pc:docMkLst>
      <pc:sldChg chg="modSp mod">
        <pc:chgData name="Akio Jinsenji 秦泉寺 章夫" userId="988e9aa6-b528-4e7d-9003-87e4f32d5b0d" providerId="ADAL" clId="{9A1D054F-6236-4F21-9BCD-CDAFA275B7C6}" dt="2026-10-05T05:18:05.902" v="7" actId="20577"/>
        <pc:sldMkLst>
          <pc:docMk/>
          <pc:sldMk cId="1456421428" sldId="256"/>
        </pc:sldMkLst>
        <pc:spChg chg="mod">
          <ac:chgData name="Akio Jinsenji 秦泉寺 章夫" userId="988e9aa6-b528-4e7d-9003-87e4f32d5b0d" providerId="ADAL" clId="{9A1D054F-6236-4F21-9BCD-CDAFA275B7C6}" dt="2026-10-05T05:18:05.902" v="7" actId="20577"/>
          <ac:spMkLst>
            <pc:docMk/>
            <pc:sldMk cId="1456421428" sldId="256"/>
            <ac:spMk id="3" creationId="{738FF5A2-A843-443C-BCA9-BB5780BFCF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F27FF-2D08-44E3-986B-81B14F925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230014-FD82-4EE0-840A-25D21669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0557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082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5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A835DF8-0393-4664-8F35-147DC2F44A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0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270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50815-D38E-4BBB-910C-7A6F33F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242D4-D2D4-4A37-A175-0C56DCBA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E0B27B6-829C-43E6-B5E1-D3E738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571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3CCB8-EBA2-4413-98C9-D87307BB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D65F83B-BD0C-45CC-BABD-5271C86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5147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65335-28D4-4C96-ADDA-73419D9B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908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91CCAF-4826-46FA-9898-6013DD1F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45" y="464941"/>
            <a:ext cx="11023511" cy="852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63C595-EAF7-4A44-A5B5-A7CE2DA9C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5" y="1562793"/>
            <a:ext cx="11023511" cy="450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5B4B7E-0CBD-B49F-05AF-5D698FD72438}"/>
              </a:ext>
            </a:extLst>
          </p:cNvPr>
          <p:cNvSpPr txBox="1"/>
          <p:nvPr userDrawn="1"/>
        </p:nvSpPr>
        <p:spPr>
          <a:xfrm>
            <a:off x="3145766" y="6288657"/>
            <a:ext cx="590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/>
              <a:t>スーパーゲームクリエーター：ゲーム設計・開発</a:t>
            </a:r>
          </a:p>
        </p:txBody>
      </p:sp>
    </p:spTree>
    <p:extLst>
      <p:ext uri="{BB962C8B-B14F-4D97-AF65-F5344CB8AC3E}">
        <p14:creationId xmlns:p14="http://schemas.microsoft.com/office/powerpoint/2010/main" val="312822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kern="1200">
          <a:solidFill>
            <a:schemeClr val="accent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72D19-E61C-484B-8E1A-C9839547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56" y="1122363"/>
            <a:ext cx="11288889" cy="2387600"/>
          </a:xfrm>
        </p:spPr>
        <p:txBody>
          <a:bodyPr>
            <a:normAutofit/>
          </a:bodyPr>
          <a:lstStyle/>
          <a:p>
            <a:r>
              <a:rPr lang="ja-JP" altLang="en-US">
                <a:latin typeface="HGP創英角ｺﾞｼｯｸUB"/>
                <a:ea typeface="HGP創英角ｺﾞｼｯｸUB"/>
              </a:rPr>
              <a:t>設計の応用</a:t>
            </a:r>
            <a:endParaRPr lang="ja-JP" altLang="en-US" dirty="0">
              <a:latin typeface="HGP創英角ｺﾞｼｯｸUB"/>
              <a:ea typeface="HGP創英角ｺﾞｼｯｸUB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8FF5A2-A843-443C-BCA9-BB5780BFC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5956"/>
            <a:ext cx="9144000" cy="1351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ja-JP">
                <a:latin typeface="HGP創英角ｺﾞｼｯｸUB"/>
                <a:ea typeface="HGP創英角ｺﾞｼｯｸUB"/>
              </a:rPr>
              <a:t>2026/10/06</a:t>
            </a:r>
          </a:p>
        </p:txBody>
      </p:sp>
    </p:spTree>
    <p:extLst>
      <p:ext uri="{BB962C8B-B14F-4D97-AF65-F5344CB8AC3E}">
        <p14:creationId xmlns:p14="http://schemas.microsoft.com/office/powerpoint/2010/main" val="145642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0BB65-2656-D365-BFE2-072AC8CA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学習目標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2C02EB-4BB7-1474-723E-A2ECAC39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latin typeface="HGP創英角ｺﾞｼｯｸUB"/>
                <a:ea typeface="HGP創英角ｺﾞｼｯｸUB"/>
              </a:rPr>
              <a:t>これまで学んだ設計を応用する</a:t>
            </a:r>
            <a:endParaRPr lang="ja-JP" altLang="en-US" dirty="0">
              <a:latin typeface="HGP創英角ｺﾞｼｯｸUB"/>
              <a:ea typeface="HGP創英角ｺﾞｼｯｸUB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502EB8-4DB7-6462-1053-75D1947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607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0A48B-CE03-8347-61A1-08A94C3E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b="1"/>
              <a:t>課題</a:t>
            </a:r>
            <a:endParaRPr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67A8F-32F3-1C02-F451-E3C6DB36D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b="1">
                <a:solidFill>
                  <a:srgbClr val="00A0E9"/>
                </a:solidFill>
                <a:latin typeface="HGP創英角ｺﾞｼｯｸUB"/>
                <a:ea typeface="HGP創英角ｺﾞｼｯｸUB"/>
              </a:rPr>
              <a:t>これまで学んできた技術を応用して、簡易的なコンソールRPGを作成する</a:t>
            </a:r>
            <a:endParaRPr lang="ja-JP" altLang="en-US" b="1" dirty="0">
              <a:solidFill>
                <a:srgbClr val="00A0E9"/>
              </a:solidFill>
            </a:endParaRPr>
          </a:p>
          <a:p>
            <a:pPr lvl="1"/>
            <a:r>
              <a:rPr lang="ja-JP" altLang="en-US" b="1">
                <a:latin typeface="HGP創英角ｺﾞｼｯｸUB"/>
                <a:ea typeface="HGP創英角ｺﾞｼｯｸUB"/>
              </a:rPr>
              <a:t>コンストラクタ</a:t>
            </a:r>
            <a:endParaRPr lang="ja-JP" altLang="en-US" b="1"/>
          </a:p>
          <a:p>
            <a:pPr lvl="1"/>
            <a:r>
              <a:rPr lang="ja-JP" altLang="en-US" b="1">
                <a:latin typeface="HGP創英角ｺﾞｼｯｸUB"/>
                <a:ea typeface="HGP創英角ｺﾞｼｯｸUB"/>
              </a:rPr>
              <a:t>ファクトリーパターン</a:t>
            </a:r>
          </a:p>
          <a:p>
            <a:pPr lvl="1"/>
            <a:r>
              <a:rPr lang="ja-JP" altLang="en-US" b="1">
                <a:latin typeface="HGP創英角ｺﾞｼｯｸUB"/>
                <a:ea typeface="HGP創英角ｺﾞｼｯｸUB"/>
              </a:rPr>
              <a:t>データテーブル</a:t>
            </a:r>
          </a:p>
          <a:p>
            <a:pPr lvl="1"/>
            <a:r>
              <a:rPr lang="ja-JP" altLang="en-US" b="1">
                <a:latin typeface="HGP創英角ｺﾞｼｯｸUB"/>
                <a:ea typeface="HGP創英角ｺﾞｼｯｸUB"/>
              </a:rPr>
              <a:t>シングルトン</a:t>
            </a:r>
          </a:p>
          <a:p>
            <a:pPr lvl="1"/>
            <a:r>
              <a:rPr lang="ja-JP" altLang="en-US" b="1">
                <a:latin typeface="HGP創英角ｺﾞｼｯｸUB"/>
                <a:ea typeface="HGP創英角ｺﾞｼｯｸUB"/>
              </a:rPr>
              <a:t>有限状態機械</a:t>
            </a:r>
          </a:p>
          <a:p>
            <a:pPr lvl="1"/>
            <a:r>
              <a:rPr lang="ja-JP" altLang="en-US" b="1">
                <a:latin typeface="HGP創英角ｺﾞｼｯｸUB"/>
                <a:ea typeface="HGP創英角ｺﾞｼｯｸUB"/>
              </a:rPr>
              <a:t>オプジェクトプール</a:t>
            </a:r>
            <a:endParaRPr lang="ja-JP" altLang="en-US" b="1" dirty="0">
              <a:latin typeface="HGP創英角ｺﾞｼｯｸUB"/>
              <a:ea typeface="HGP創英角ｺﾞｼｯｸUB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1A4DEF-BD82-E1D7-08DA-C82BE2AB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55116884"/>
      </p:ext>
    </p:extLst>
  </p:cSld>
  <p:clrMapOvr>
    <a:masterClrMapping/>
  </p:clrMapOvr>
</p:sld>
</file>

<file path=ppt/theme/theme1.xml><?xml version="1.0" encoding="utf-8"?>
<a:theme xmlns:a="http://schemas.openxmlformats.org/drawingml/2006/main" name="CLOUD CREATIVE STUDIOS, INC.">
  <a:themeElements>
    <a:clrScheme name="CLOUD CREATIVE STUDIOS, INC.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0E9"/>
      </a:accent1>
      <a:accent2>
        <a:srgbClr val="E60012"/>
      </a:accent2>
      <a:accent3>
        <a:srgbClr val="FFF1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OUD CREATIVE STUDIOS, INC.">
      <a:majorFont>
        <a:latin typeface="HGP創英角ｺﾞｼｯｸUB"/>
        <a:ea typeface="HG創英角ｺﾞｼｯｸUB"/>
        <a:cs typeface=""/>
      </a:majorFont>
      <a:minorFont>
        <a:latin typeface="HGP創英角ｺﾞｼｯｸUB"/>
        <a:ea typeface="HGS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コンストラクタの使い方" id="{B4D26422-EF22-4749-A37B-4F95BA192464}" vid="{E1CBD8AE-53C3-4965-B370-C7A6DC7FCD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27C6B184D3A5D4EAAB411F5F7E654A4" ma:contentTypeVersion="3" ma:contentTypeDescription="新しいドキュメントを作成します。" ma:contentTypeScope="" ma:versionID="ff659de2dc9403655b5250ccb9023000">
  <xsd:schema xmlns:xsd="http://www.w3.org/2001/XMLSchema" xmlns:xs="http://www.w3.org/2001/XMLSchema" xmlns:p="http://schemas.microsoft.com/office/2006/metadata/properties" xmlns:ns2="f596ef32-5378-4823-961e-50c2ffb211d9" targetNamespace="http://schemas.microsoft.com/office/2006/metadata/properties" ma:root="true" ma:fieldsID="28ab20cd041a9b24bd2fa999347f3924" ns2:_="">
    <xsd:import namespace="f596ef32-5378-4823-961e-50c2ffb211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6ef32-5378-4823-961e-50c2ffb211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7F6E5E-30E8-4CEA-9284-2D349AD853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67D51D-B67A-4541-B8A0-7AE313F10BE8}"/>
</file>

<file path=customXml/itemProps3.xml><?xml version="1.0" encoding="utf-8"?>
<ds:datastoreItem xmlns:ds="http://schemas.openxmlformats.org/officeDocument/2006/customXml" ds:itemID="{BCF233E4-21D5-4B01-A51A-6B7D34C4CAF7}">
  <ds:schemaRefs>
    <ds:schemaRef ds:uri="c66be55c-4243-4260-a917-9489a6ffdb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KDTテンプレート</Template>
  <TotalTime>0</TotalTime>
  <Words>40</Words>
  <Application>Microsoft Office PowerPoint</Application>
  <PresentationFormat>ワイド画面</PresentationFormat>
  <Paragraphs>14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HGP創英角ｺﾞｼｯｸUB</vt:lpstr>
      <vt:lpstr>Arial</vt:lpstr>
      <vt:lpstr>CLOUD CREATIVE STUDIOS, INC.</vt:lpstr>
      <vt:lpstr>設計の応用</vt:lpstr>
      <vt:lpstr>学習目標</vt:lpstr>
      <vt:lpstr>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ヒープとスタックの基礎理解</dc:title>
  <dc:creator>Akio Jinsenji</dc:creator>
  <cp:lastModifiedBy>Akio Jinsenji 秦泉寺 章夫</cp:lastModifiedBy>
  <cp:revision>23</cp:revision>
  <dcterms:created xsi:type="dcterms:W3CDTF">2025-04-20T03:02:31Z</dcterms:created>
  <dcterms:modified xsi:type="dcterms:W3CDTF">2026-10-05T05:18:06Z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0x010100B27C6B184D3A5D4EAAB411F5F7E654A4</vt:lpwstr>
  </property>
</Properties>
</file>