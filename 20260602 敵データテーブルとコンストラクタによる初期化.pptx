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72" r:id="rId8"/>
    <p:sldId id="273" r:id="rId9"/>
    <p:sldId id="274" r:id="rId10"/>
    <p:sldId id="275" r:id="rId11"/>
    <p:sldId id="276" r:id="rId12"/>
    <p:sldId id="277" r:id="rId13"/>
    <p:sldId id="271" r:id="rId14"/>
    <p:sldId id="278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秦泉寺 先生" userId="0c027005-9a2b-4620-a496-da82faf440cd" providerId="ADAL" clId="{DBF0A011-2522-4CB5-9FC3-5296744FF5DD}"/>
    <pc:docChg chg="custSel modSld">
      <pc:chgData name="秦泉寺 先生" userId="0c027005-9a2b-4620-a496-da82faf440cd" providerId="ADAL" clId="{DBF0A011-2522-4CB5-9FC3-5296744FF5DD}" dt="2026-06-02T06:21:53.863" v="141" actId="20577"/>
      <pc:docMkLst>
        <pc:docMk/>
      </pc:docMkLst>
      <pc:sldChg chg="modSp mod">
        <pc:chgData name="秦泉寺 先生" userId="0c027005-9a2b-4620-a496-da82faf440cd" providerId="ADAL" clId="{DBF0A011-2522-4CB5-9FC3-5296744FF5DD}" dt="2026-06-02T06:21:53.863" v="141" actId="20577"/>
        <pc:sldMkLst>
          <pc:docMk/>
          <pc:sldMk cId="3157147215" sldId="271"/>
        </pc:sldMkLst>
        <pc:spChg chg="mod">
          <ac:chgData name="秦泉寺 先生" userId="0c027005-9a2b-4620-a496-da82faf440cd" providerId="ADAL" clId="{DBF0A011-2522-4CB5-9FC3-5296744FF5DD}" dt="2026-06-02T06:21:53.863" v="141" actId="20577"/>
          <ac:spMkLst>
            <pc:docMk/>
            <pc:sldMk cId="3157147215" sldId="271"/>
            <ac:spMk id="3" creationId="{B438EDDD-8DA7-7328-740F-B0969A1D7878}"/>
          </ac:spMkLst>
        </pc:spChg>
      </pc:sldChg>
      <pc:sldChg chg="modSp mod">
        <pc:chgData name="秦泉寺 先生" userId="0c027005-9a2b-4620-a496-da82faf440cd" providerId="ADAL" clId="{DBF0A011-2522-4CB5-9FC3-5296744FF5DD}" dt="2026-06-02T05:32:52.538" v="40" actId="2711"/>
        <pc:sldMkLst>
          <pc:docMk/>
          <pc:sldMk cId="2755116884" sldId="272"/>
        </pc:sldMkLst>
        <pc:spChg chg="mod">
          <ac:chgData name="秦泉寺 先生" userId="0c027005-9a2b-4620-a496-da82faf440cd" providerId="ADAL" clId="{DBF0A011-2522-4CB5-9FC3-5296744FF5DD}" dt="2026-06-02T05:32:52.538" v="40" actId="2711"/>
          <ac:spMkLst>
            <pc:docMk/>
            <pc:sldMk cId="2755116884" sldId="272"/>
            <ac:spMk id="2" creationId="{C660A48B-CE03-8347-61A1-08A94C3ECA48}"/>
          </ac:spMkLst>
        </pc:spChg>
        <pc:spChg chg="mod">
          <ac:chgData name="秦泉寺 先生" userId="0c027005-9a2b-4620-a496-da82faf440cd" providerId="ADAL" clId="{DBF0A011-2522-4CB5-9FC3-5296744FF5DD}" dt="2026-06-02T05:32:48.051" v="39" actId="2711"/>
          <ac:spMkLst>
            <pc:docMk/>
            <pc:sldMk cId="2755116884" sldId="272"/>
            <ac:spMk id="3" creationId="{6BC67A8F-32F3-1C02-F451-E3C6DB36D732}"/>
          </ac:spMkLst>
        </pc:spChg>
      </pc:sldChg>
      <pc:sldChg chg="modSp mod">
        <pc:chgData name="秦泉寺 先生" userId="0c027005-9a2b-4620-a496-da82faf440cd" providerId="ADAL" clId="{DBF0A011-2522-4CB5-9FC3-5296744FF5DD}" dt="2026-06-02T05:32:40.240" v="36" actId="2711"/>
        <pc:sldMkLst>
          <pc:docMk/>
          <pc:sldMk cId="2698137365" sldId="273"/>
        </pc:sldMkLst>
        <pc:spChg chg="mod">
          <ac:chgData name="秦泉寺 先生" userId="0c027005-9a2b-4620-a496-da82faf440cd" providerId="ADAL" clId="{DBF0A011-2522-4CB5-9FC3-5296744FF5DD}" dt="2026-06-02T05:32:40.240" v="36" actId="2711"/>
          <ac:spMkLst>
            <pc:docMk/>
            <pc:sldMk cId="2698137365" sldId="273"/>
            <ac:spMk id="2" creationId="{72CDA655-3F83-0D74-FE52-10D029CCA0F8}"/>
          </ac:spMkLst>
        </pc:spChg>
        <pc:spChg chg="mod">
          <ac:chgData name="秦泉寺 先生" userId="0c027005-9a2b-4620-a496-da82faf440cd" providerId="ADAL" clId="{DBF0A011-2522-4CB5-9FC3-5296744FF5DD}" dt="2026-06-02T05:32:35.461" v="35" actId="2711"/>
          <ac:spMkLst>
            <pc:docMk/>
            <pc:sldMk cId="2698137365" sldId="273"/>
            <ac:spMk id="3" creationId="{EEB104A2-EB42-EE38-3E83-B8A3FA06302F}"/>
          </ac:spMkLst>
        </pc:spChg>
      </pc:sldChg>
      <pc:sldChg chg="modSp mod">
        <pc:chgData name="秦泉寺 先生" userId="0c027005-9a2b-4620-a496-da82faf440cd" providerId="ADAL" clId="{DBF0A011-2522-4CB5-9FC3-5296744FF5DD}" dt="2026-06-02T05:32:29.333" v="32" actId="2711"/>
        <pc:sldMkLst>
          <pc:docMk/>
          <pc:sldMk cId="2901205675" sldId="274"/>
        </pc:sldMkLst>
        <pc:spChg chg="mod">
          <ac:chgData name="秦泉寺 先生" userId="0c027005-9a2b-4620-a496-da82faf440cd" providerId="ADAL" clId="{DBF0A011-2522-4CB5-9FC3-5296744FF5DD}" dt="2026-06-02T05:32:29.333" v="32" actId="2711"/>
          <ac:spMkLst>
            <pc:docMk/>
            <pc:sldMk cId="2901205675" sldId="274"/>
            <ac:spMk id="2" creationId="{CFEDA898-FACD-C218-8668-6044BC96EA34}"/>
          </ac:spMkLst>
        </pc:spChg>
        <pc:spChg chg="mod">
          <ac:chgData name="秦泉寺 先生" userId="0c027005-9a2b-4620-a496-da82faf440cd" providerId="ADAL" clId="{DBF0A011-2522-4CB5-9FC3-5296744FF5DD}" dt="2026-06-02T05:32:23.513" v="30" actId="2711"/>
          <ac:spMkLst>
            <pc:docMk/>
            <pc:sldMk cId="2901205675" sldId="274"/>
            <ac:spMk id="3" creationId="{760DDBA9-D9CC-FC75-CD06-8EBD50E1C666}"/>
          </ac:spMkLst>
        </pc:spChg>
      </pc:sldChg>
      <pc:sldChg chg="modSp mod">
        <pc:chgData name="秦泉寺 先生" userId="0c027005-9a2b-4620-a496-da82faf440cd" providerId="ADAL" clId="{DBF0A011-2522-4CB5-9FC3-5296744FF5DD}" dt="2026-06-02T05:30:56.854" v="6" actId="2711"/>
        <pc:sldMkLst>
          <pc:docMk/>
          <pc:sldMk cId="2433495229" sldId="276"/>
        </pc:sldMkLst>
        <pc:spChg chg="mod">
          <ac:chgData name="秦泉寺 先生" userId="0c027005-9a2b-4620-a496-da82faf440cd" providerId="ADAL" clId="{DBF0A011-2522-4CB5-9FC3-5296744FF5DD}" dt="2026-06-02T05:30:56.854" v="6" actId="2711"/>
          <ac:spMkLst>
            <pc:docMk/>
            <pc:sldMk cId="2433495229" sldId="276"/>
            <ac:spMk id="3" creationId="{F3BC35CE-DAE5-07E8-2EB1-584D5ADE0B65}"/>
          </ac:spMkLst>
        </pc:spChg>
      </pc:sldChg>
      <pc:sldChg chg="modSp mod">
        <pc:chgData name="秦泉寺 先生" userId="0c027005-9a2b-4620-a496-da82faf440cd" providerId="ADAL" clId="{DBF0A011-2522-4CB5-9FC3-5296744FF5DD}" dt="2026-06-02T05:31:35.869" v="17" actId="2711"/>
        <pc:sldMkLst>
          <pc:docMk/>
          <pc:sldMk cId="2216762395" sldId="277"/>
        </pc:sldMkLst>
        <pc:spChg chg="mod">
          <ac:chgData name="秦泉寺 先生" userId="0c027005-9a2b-4620-a496-da82faf440cd" providerId="ADAL" clId="{DBF0A011-2522-4CB5-9FC3-5296744FF5DD}" dt="2026-06-02T05:31:35.869" v="17" actId="2711"/>
          <ac:spMkLst>
            <pc:docMk/>
            <pc:sldMk cId="2216762395" sldId="277"/>
            <ac:spMk id="3" creationId="{21AD9117-6EA0-9A9A-0C42-5E585F7D22B7}"/>
          </ac:spMkLst>
        </pc:spChg>
      </pc:sldChg>
    </pc:docChg>
  </pc:docChgLst>
  <pc:docChgLst>
    <pc:chgData name="Akio Jinsenji 秦泉寺 章夫" userId="988e9aa6-b528-4e7d-9003-87e4f32d5b0d" providerId="ADAL" clId="{9A1D054F-6236-4F21-9BCD-CDAFA275B7C6}"/>
    <pc:docChg chg="modSld">
      <pc:chgData name="Akio Jinsenji 秦泉寺 章夫" userId="988e9aa6-b528-4e7d-9003-87e4f32d5b0d" providerId="ADAL" clId="{9A1D054F-6236-4F21-9BCD-CDAFA275B7C6}" dt="2026-06-01T07:50:57.702" v="16" actId="6549"/>
      <pc:docMkLst>
        <pc:docMk/>
      </pc:docMkLst>
      <pc:sldChg chg="modSp mod">
        <pc:chgData name="Akio Jinsenji 秦泉寺 章夫" userId="988e9aa6-b528-4e7d-9003-87e4f32d5b0d" providerId="ADAL" clId="{9A1D054F-6236-4F21-9BCD-CDAFA275B7C6}" dt="2026-06-01T07:50:57.702" v="16" actId="6549"/>
        <pc:sldMkLst>
          <pc:docMk/>
          <pc:sldMk cId="1456421428" sldId="256"/>
        </pc:sldMkLst>
        <pc:spChg chg="mod">
          <ac:chgData name="Akio Jinsenji 秦泉寺 章夫" userId="988e9aa6-b528-4e7d-9003-87e4f32d5b0d" providerId="ADAL" clId="{9A1D054F-6236-4F21-9BCD-CDAFA275B7C6}" dt="2026-06-01T07:50:57.702" v="16" actId="6549"/>
          <ac:spMkLst>
            <pc:docMk/>
            <pc:sldMk cId="1456421428" sldId="256"/>
            <ac:spMk id="3" creationId="{738FF5A2-A843-443C-BCA9-BB5780BFCF3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5F27FF-2D08-44E3-986B-81B14F925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230014-FD82-4EE0-840A-25D21669C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705572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02309C-5D76-449E-996B-011E69041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0F6416-C041-41CE-9647-78BFEDDFB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097493-491D-4D93-841B-F8F00D8E1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30824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02309C-5D76-449E-996B-011E69041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0F6416-C041-41CE-9647-78BFEDDFB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45" y="1562793"/>
            <a:ext cx="5359355" cy="450830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097493-491D-4D93-841B-F8F00D8E1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FA835DF8-0393-4664-8F35-147DC2F44A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8400" y="1562793"/>
            <a:ext cx="5359355" cy="450830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22705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550815-D38E-4BBB-910C-7A6F33F97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D242D4-D2D4-4A37-A175-0C56DCBAE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スライド番号プレースホルダー 5">
            <a:extLst>
              <a:ext uri="{FF2B5EF4-FFF2-40B4-BE49-F238E27FC236}">
                <a16:creationId xmlns:a16="http://schemas.microsoft.com/office/drawing/2014/main" id="{8E0B27B6-829C-43E6-B5E1-D3E738D2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95718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C3CCB8-EBA2-4413-98C9-D87307BB4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スライド番号プレースホルダー 5">
            <a:extLst>
              <a:ext uri="{FF2B5EF4-FFF2-40B4-BE49-F238E27FC236}">
                <a16:creationId xmlns:a16="http://schemas.microsoft.com/office/drawing/2014/main" id="{1D65F83B-BD0C-45CC-BABD-5271C864A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51473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765335-28D4-4C96-ADDA-73419D9B7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39087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E91CCAF-4826-46FA-9898-6013DD1F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45" y="464941"/>
            <a:ext cx="11023511" cy="852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63C595-EAF7-4A44-A5B5-A7CE2DA9C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45" y="1562793"/>
            <a:ext cx="11023511" cy="4508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35B4B7E-0CBD-B49F-05AF-5D698FD72438}"/>
              </a:ext>
            </a:extLst>
          </p:cNvPr>
          <p:cNvSpPr txBox="1"/>
          <p:nvPr userDrawn="1"/>
        </p:nvSpPr>
        <p:spPr>
          <a:xfrm>
            <a:off x="3145766" y="6288657"/>
            <a:ext cx="5900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スーパーゲームクリエーター：ゲーム設計・開発</a:t>
            </a:r>
          </a:p>
        </p:txBody>
      </p:sp>
    </p:spTree>
    <p:extLst>
      <p:ext uri="{BB962C8B-B14F-4D97-AF65-F5344CB8AC3E}">
        <p14:creationId xmlns:p14="http://schemas.microsoft.com/office/powerpoint/2010/main" val="3128222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b="0" kern="1200">
          <a:solidFill>
            <a:schemeClr val="accent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472D19-E61C-484B-8E1A-C9839547A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556" y="1122363"/>
            <a:ext cx="11288889" cy="2387600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敵データテーブルと</a:t>
            </a:r>
            <a:br>
              <a:rPr kumimoji="1" lang="en-US" altLang="ja-JP" dirty="0"/>
            </a:br>
            <a:r>
              <a:rPr kumimoji="1" lang="ja-JP" altLang="en-US" dirty="0"/>
              <a:t>コンストラクタによる初期化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38FF5A2-A843-443C-BCA9-BB5780BFCF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05956"/>
            <a:ext cx="9144000" cy="1351844"/>
          </a:xfrm>
        </p:spPr>
        <p:txBody>
          <a:bodyPr/>
          <a:lstStyle/>
          <a:p>
            <a:r>
              <a:rPr kumimoji="1" lang="en-US" altLang="ja-JP"/>
              <a:t>2026/6/</a:t>
            </a:r>
            <a:r>
              <a:rPr lang="en-US" altLang="ja-JP"/>
              <a:t>2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56421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40BB65-2656-D365-BFE2-072AC8CA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データテーブルとは？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2C02EB-4BB7-1474-723E-A2ECAC39F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ゲーム内パラメータを“表形式”で管理する仕組み</a:t>
            </a:r>
            <a:endParaRPr lang="en-US" altLang="ja-JP" dirty="0"/>
          </a:p>
          <a:p>
            <a:r>
              <a:rPr lang="ja-JP" altLang="en-US" b="1" dirty="0"/>
              <a:t>見通しが良い</a:t>
            </a:r>
            <a:endParaRPr lang="en-US" altLang="ja-JP" b="1" dirty="0"/>
          </a:p>
          <a:p>
            <a:pPr lvl="1"/>
            <a:r>
              <a:rPr lang="ja-JP" altLang="en-US" dirty="0"/>
              <a:t>行＝エンティティ、列＝属性でバランス確認が楽</a:t>
            </a:r>
            <a:endParaRPr lang="en-US" altLang="ja-JP" dirty="0"/>
          </a:p>
          <a:p>
            <a:r>
              <a:rPr lang="ja-JP" altLang="en-US" b="1" dirty="0"/>
              <a:t>責務分離</a:t>
            </a:r>
            <a:endParaRPr lang="en-US" altLang="ja-JP" b="1" dirty="0"/>
          </a:p>
          <a:p>
            <a:pPr lvl="1"/>
            <a:r>
              <a:rPr lang="ja-JP" altLang="en-US" dirty="0"/>
              <a:t>コードを書かずに数値だけ差し替えて、バランス調整ができる</a:t>
            </a:r>
            <a:endParaRPr lang="en-US" altLang="ja-JP" dirty="0"/>
          </a:p>
          <a:p>
            <a:r>
              <a:rPr lang="ja-JP" altLang="en-US" b="1" dirty="0"/>
              <a:t>スケールに強い</a:t>
            </a:r>
            <a:endParaRPr lang="en-US" altLang="ja-JP" b="1" dirty="0"/>
          </a:p>
          <a:p>
            <a:pPr lvl="1"/>
            <a:r>
              <a:rPr lang="ja-JP" altLang="en-US" dirty="0"/>
              <a:t>敵が </a:t>
            </a:r>
            <a:r>
              <a:rPr lang="en-US" altLang="ja-JP" dirty="0"/>
              <a:t>10 </a:t>
            </a:r>
            <a:r>
              <a:rPr lang="ja-JP" altLang="en-US" dirty="0"/>
              <a:t>体 ➜ </a:t>
            </a:r>
            <a:r>
              <a:rPr lang="en-US" altLang="ja-JP" dirty="0"/>
              <a:t>1000 </a:t>
            </a:r>
            <a:r>
              <a:rPr lang="ja-JP" altLang="en-US" dirty="0"/>
              <a:t>体になってもロジック変更不要</a:t>
            </a:r>
            <a:endParaRPr lang="en-US" altLang="ja-JP" dirty="0"/>
          </a:p>
          <a:p>
            <a:r>
              <a:rPr lang="ja-JP" altLang="en-US" b="1" dirty="0"/>
              <a:t>外部化</a:t>
            </a:r>
            <a:r>
              <a:rPr lang="en-US" altLang="ja-JP" b="1" dirty="0"/>
              <a:t>( CSV / JSON )</a:t>
            </a:r>
            <a:r>
              <a:rPr lang="ja-JP" altLang="en-US" b="1" dirty="0"/>
              <a:t>も同じ思想</a:t>
            </a:r>
            <a:endParaRPr lang="en-US" altLang="ja-JP" b="1" dirty="0"/>
          </a:p>
          <a:p>
            <a:pPr lvl="1"/>
            <a:r>
              <a:rPr lang="ja-JP" altLang="en-US" dirty="0"/>
              <a:t>まずは静的配列で構造を固める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D502EB8-4DB7-6462-1053-75D1947C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56076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A4E7D3-D2F1-36FA-D28B-8E4F69E88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敵データテーブル例</a:t>
            </a:r>
          </a:p>
        </p:txBody>
      </p:sp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6FB9A1E7-7ECA-5992-7228-F63BBCE0DE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926355"/>
              </p:ext>
            </p:extLst>
          </p:nvPr>
        </p:nvGraphicFramePr>
        <p:xfrm>
          <a:off x="584200" y="1562100"/>
          <a:ext cx="1102359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844">
                  <a:extLst>
                    <a:ext uri="{9D8B030D-6E8A-4147-A177-3AD203B41FA5}">
                      <a16:colId xmlns:a16="http://schemas.microsoft.com/office/drawing/2014/main" val="440736093"/>
                    </a:ext>
                  </a:extLst>
                </a:gridCol>
                <a:gridCol w="1224844">
                  <a:extLst>
                    <a:ext uri="{9D8B030D-6E8A-4147-A177-3AD203B41FA5}">
                      <a16:colId xmlns:a16="http://schemas.microsoft.com/office/drawing/2014/main" val="3263643554"/>
                    </a:ext>
                  </a:extLst>
                </a:gridCol>
                <a:gridCol w="1224844">
                  <a:extLst>
                    <a:ext uri="{9D8B030D-6E8A-4147-A177-3AD203B41FA5}">
                      <a16:colId xmlns:a16="http://schemas.microsoft.com/office/drawing/2014/main" val="216122070"/>
                    </a:ext>
                  </a:extLst>
                </a:gridCol>
                <a:gridCol w="1224844">
                  <a:extLst>
                    <a:ext uri="{9D8B030D-6E8A-4147-A177-3AD203B41FA5}">
                      <a16:colId xmlns:a16="http://schemas.microsoft.com/office/drawing/2014/main" val="4248836502"/>
                    </a:ext>
                  </a:extLst>
                </a:gridCol>
                <a:gridCol w="1224844">
                  <a:extLst>
                    <a:ext uri="{9D8B030D-6E8A-4147-A177-3AD203B41FA5}">
                      <a16:colId xmlns:a16="http://schemas.microsoft.com/office/drawing/2014/main" val="3945238390"/>
                    </a:ext>
                  </a:extLst>
                </a:gridCol>
                <a:gridCol w="1224844">
                  <a:extLst>
                    <a:ext uri="{9D8B030D-6E8A-4147-A177-3AD203B41FA5}">
                      <a16:colId xmlns:a16="http://schemas.microsoft.com/office/drawing/2014/main" val="3052022086"/>
                    </a:ext>
                  </a:extLst>
                </a:gridCol>
                <a:gridCol w="1224844">
                  <a:extLst>
                    <a:ext uri="{9D8B030D-6E8A-4147-A177-3AD203B41FA5}">
                      <a16:colId xmlns:a16="http://schemas.microsoft.com/office/drawing/2014/main" val="3830852542"/>
                    </a:ext>
                  </a:extLst>
                </a:gridCol>
                <a:gridCol w="1224844">
                  <a:extLst>
                    <a:ext uri="{9D8B030D-6E8A-4147-A177-3AD203B41FA5}">
                      <a16:colId xmlns:a16="http://schemas.microsoft.com/office/drawing/2014/main" val="3487134538"/>
                    </a:ext>
                  </a:extLst>
                </a:gridCol>
                <a:gridCol w="1224844">
                  <a:extLst>
                    <a:ext uri="{9D8B030D-6E8A-4147-A177-3AD203B41FA5}">
                      <a16:colId xmlns:a16="http://schemas.microsoft.com/office/drawing/2014/main" val="1094471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ID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Name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HP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ATK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DEF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SPD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EXP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Gold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Element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756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Slime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None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318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Goblin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Earth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328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Orc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Fire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015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Dragon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Wind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432512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8A3621D-E72C-7343-E8B5-42675518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34796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60A48B-CE03-8347-61A1-08A94C3EC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>
                <a:latin typeface="Consolas" panose="020B0609020204030204" pitchFamily="49" charset="0"/>
              </a:rPr>
              <a:t>EnemyData</a:t>
            </a:r>
            <a:r>
              <a:rPr kumimoji="1" lang="en-US" altLang="ja-JP" dirty="0"/>
              <a:t> </a:t>
            </a:r>
            <a:r>
              <a:rPr kumimoji="1" lang="ja-JP" altLang="en-US" dirty="0"/>
              <a:t>構造体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C67A8F-32F3-1C02-F451-E3C6DB36D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>
                <a:latin typeface="Consolas" panose="020B0609020204030204" pitchFamily="49" charset="0"/>
              </a:rPr>
              <a:t>EnemyData</a:t>
            </a:r>
            <a:r>
              <a:rPr kumimoji="1" lang="en-US" altLang="ja-JP" dirty="0"/>
              <a:t> </a:t>
            </a:r>
            <a:r>
              <a:rPr kumimoji="1" lang="ja-JP" altLang="en-US" dirty="0"/>
              <a:t>構造体とは？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1A4DEF-BD82-E1D7-08DA-C82BE2AB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55116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CDA655-3F83-0D74-FE52-10D029CCA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Enemy</a:t>
            </a:r>
            <a:r>
              <a:rPr kumimoji="1" lang="en-US" altLang="ja-JP" dirty="0"/>
              <a:t> </a:t>
            </a:r>
            <a:r>
              <a:rPr kumimoji="1" lang="ja-JP" altLang="en-US" dirty="0"/>
              <a:t>クラス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B104A2-EB42-EE38-3E83-B8A3FA063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>
                <a:latin typeface="Consolas" panose="020B0609020204030204" pitchFamily="49" charset="0"/>
              </a:rPr>
              <a:t>EnemyData</a:t>
            </a:r>
            <a:r>
              <a:rPr kumimoji="1" lang="en-US" altLang="ja-JP" dirty="0"/>
              <a:t> </a:t>
            </a:r>
            <a:r>
              <a:rPr kumimoji="1" lang="ja-JP" altLang="en-US" dirty="0"/>
              <a:t>構造体を渡して初期化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F7CF47-728C-41E1-18AF-8F84ED35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98137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EDA898-FACD-C218-8668-6044BC96E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>
                <a:latin typeface="Consolas" panose="020B0609020204030204" pitchFamily="49" charset="0"/>
              </a:rPr>
              <a:t>EnemyFactory</a:t>
            </a:r>
            <a:r>
              <a:rPr kumimoji="1" lang="en-US" altLang="ja-JP" dirty="0"/>
              <a:t> </a:t>
            </a:r>
            <a:r>
              <a:rPr kumimoji="1" lang="ja-JP" altLang="en-US" dirty="0"/>
              <a:t>クラス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0DDBA9-D9CC-FC75-CD06-8EBD50E1C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>
                <a:latin typeface="Consolas" panose="020B0609020204030204" pitchFamily="49" charset="0"/>
              </a:rPr>
              <a:t>EnemyFactory</a:t>
            </a:r>
            <a:r>
              <a:rPr kumimoji="1" lang="en-US" altLang="ja-JP" dirty="0"/>
              <a:t> </a:t>
            </a:r>
            <a:r>
              <a:rPr kumimoji="1" lang="ja-JP" altLang="en-US" dirty="0"/>
              <a:t>クラスとは？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412B999-A33D-A402-1DB0-76D90191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01205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55EC6F-BADF-2170-970C-7457B0B31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使用例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7B8D87-0978-DE79-F01D-C57F7E263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93E6591-86E4-6B45-CBC6-DC7334107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09084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512A2E-44EF-1502-4E86-2C90DA3B3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Factory</a:t>
            </a:r>
            <a:r>
              <a:rPr kumimoji="1" lang="ja-JP" altLang="en-US" dirty="0"/>
              <a:t>パターンとは？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BC35CE-DAE5-07E8-2EB1-584D5ADE0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生成処理を専用クラスにまとめるデザインパターン</a:t>
            </a:r>
            <a:endParaRPr kumimoji="1" lang="en-US" altLang="ja-JP" dirty="0"/>
          </a:p>
          <a:p>
            <a:r>
              <a:rPr lang="en-US" altLang="ja-JP" dirty="0">
                <a:latin typeface="Consolas" panose="020B0609020204030204" pitchFamily="49" charset="0"/>
              </a:rPr>
              <a:t>new</a:t>
            </a:r>
            <a:r>
              <a:rPr lang="ja-JP" altLang="en-US" dirty="0"/>
              <a:t> を直接使わずに、安全に初期化できる</a:t>
            </a:r>
            <a:endParaRPr lang="en-US" altLang="ja-JP" dirty="0"/>
          </a:p>
          <a:p>
            <a:r>
              <a:rPr kumimoji="1" lang="ja-JP" altLang="en-US" dirty="0"/>
              <a:t>生成方法の変更が容易、使う側は単純に呼び出すだけ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EEBD9FA-6AF2-A758-E09C-3BC98B6DA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33495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AD45F9-C13B-BBF7-8B98-CA4BF3020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ここまでのポイント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AD9117-6EA0-9A9A-0C42-5E585F7D2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Enemy</a:t>
            </a:r>
            <a:r>
              <a:rPr kumimoji="1" lang="en-US" altLang="ja-JP" dirty="0"/>
              <a:t> </a:t>
            </a:r>
            <a:r>
              <a:rPr kumimoji="1" lang="ja-JP" altLang="en-US" dirty="0"/>
              <a:t>は </a:t>
            </a:r>
            <a:r>
              <a:rPr kumimoji="1" lang="en-US" altLang="ja-JP" dirty="0" err="1">
                <a:latin typeface="Consolas" panose="020B0609020204030204" pitchFamily="49" charset="0"/>
              </a:rPr>
              <a:t>EnemyData</a:t>
            </a:r>
            <a:r>
              <a:rPr kumimoji="1" lang="en-US" altLang="ja-JP" dirty="0"/>
              <a:t> </a:t>
            </a:r>
            <a:r>
              <a:rPr kumimoji="1" lang="ja-JP" altLang="en-US" dirty="0"/>
              <a:t>から完全初期化される</a:t>
            </a:r>
            <a:endParaRPr kumimoji="1" lang="en-US" altLang="ja-JP" dirty="0"/>
          </a:p>
          <a:p>
            <a:r>
              <a:rPr lang="en-US" altLang="ja-JP" dirty="0"/>
              <a:t>Factory</a:t>
            </a:r>
            <a:r>
              <a:rPr lang="ja-JP" altLang="en-US" dirty="0"/>
              <a:t>クラスで生成とデータを分離</a:t>
            </a:r>
            <a:endParaRPr lang="en-US" altLang="ja-JP" dirty="0"/>
          </a:p>
          <a:p>
            <a:r>
              <a:rPr kumimoji="1" lang="ja-JP" altLang="en-US" dirty="0"/>
              <a:t>メモリ管理は </a:t>
            </a:r>
            <a:r>
              <a:rPr kumimoji="1" lang="en-US" altLang="ja-JP" dirty="0">
                <a:latin typeface="Consolas" panose="020B0609020204030204" pitchFamily="49" charset="0"/>
              </a:rPr>
              <a:t>delete</a:t>
            </a:r>
            <a:r>
              <a:rPr kumimoji="1" lang="en-US" altLang="ja-JP" dirty="0"/>
              <a:t> </a:t>
            </a:r>
            <a:r>
              <a:rPr kumimoji="1" lang="ja-JP" altLang="en-US" dirty="0"/>
              <a:t>で手動管理</a:t>
            </a:r>
            <a:endParaRPr kumimoji="1" lang="en-US" altLang="ja-JP" dirty="0"/>
          </a:p>
          <a:p>
            <a:r>
              <a:rPr lang="ja-JP" altLang="en-US" dirty="0"/>
              <a:t>将来的に </a:t>
            </a:r>
            <a:r>
              <a:rPr lang="en-US" altLang="ja-JP" dirty="0" err="1">
                <a:latin typeface="Consolas" panose="020B0609020204030204" pitchFamily="49" charset="0"/>
              </a:rPr>
              <a:t>unique_ptr</a:t>
            </a:r>
            <a:r>
              <a:rPr lang="en-US" altLang="ja-JP" dirty="0"/>
              <a:t> </a:t>
            </a:r>
            <a:r>
              <a:rPr lang="ja-JP" altLang="en-US" dirty="0"/>
              <a:t>による管理も可能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7D666D-822C-9839-37CD-FF287996C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16762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BB468F-851A-15B3-EBF3-23FD1ADC9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演習問題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38EDDD-8DA7-7328-740F-B0969A1D7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ja-JP" dirty="0" err="1">
                <a:latin typeface="Consolas" panose="020B0609020204030204" pitchFamily="49" charset="0"/>
                <a:ea typeface="HGP創英角ｺﾞｼｯｸUB"/>
              </a:rPr>
              <a:t>EnemyData</a:t>
            </a:r>
            <a:r>
              <a:rPr kumimoji="1" lang="en-US" altLang="ja-JP" dirty="0">
                <a:latin typeface="HGP創英角ｺﾞｼｯｸUB"/>
                <a:ea typeface="HGP創英角ｺﾞｼｯｸUB"/>
              </a:rPr>
              <a:t> </a:t>
            </a:r>
            <a:r>
              <a:rPr kumimoji="1" lang="ja-JP" altLang="en-US" dirty="0">
                <a:latin typeface="HGP創英角ｺﾞｼｯｸUB"/>
                <a:ea typeface="HGP創英角ｺﾞｼｯｸUB"/>
              </a:rPr>
              <a:t>に </a:t>
            </a:r>
            <a:r>
              <a:rPr lang="en-US" altLang="ja-JP" dirty="0" err="1">
                <a:latin typeface="Consolas" panose="020B0609020204030204" pitchFamily="49" charset="0"/>
                <a:ea typeface="HGP創英角ｺﾞｼｯｸUB"/>
              </a:rPr>
              <a:t>CriticalRate</a:t>
            </a:r>
            <a:r>
              <a:rPr lang="en-US" altLang="ja-JP" dirty="0">
                <a:latin typeface="HGP創英角ｺﾞｼｯｸUB"/>
                <a:ea typeface="HGP創英角ｺﾞｼｯｸUB"/>
              </a:rPr>
              <a:t> </a:t>
            </a:r>
            <a:r>
              <a:rPr lang="ja-JP" altLang="en-US" dirty="0">
                <a:latin typeface="HGP創英角ｺﾞｼｯｸUB"/>
                <a:ea typeface="HGP創英角ｺﾞｼｯｸUB"/>
              </a:rPr>
              <a:t>を追加して、その値を表示</a:t>
            </a:r>
            <a:endParaRPr lang="en-US" altLang="ja-JP" dirty="0">
              <a:latin typeface="HGP創英角ｺﾞｼｯｸUB"/>
              <a:ea typeface="HGP創英角ｺﾞｼｯｸUB"/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en-US" altLang="ja-JP" dirty="0"/>
              <a:t>ID1</a:t>
            </a:r>
            <a:r>
              <a:rPr kumimoji="1" lang="ja-JP" altLang="en-US" dirty="0"/>
              <a:t>～</a:t>
            </a:r>
            <a:r>
              <a:rPr kumimoji="1" lang="en-US" altLang="ja-JP" dirty="0"/>
              <a:t>4</a:t>
            </a:r>
            <a:r>
              <a:rPr kumimoji="1" lang="ja-JP" altLang="en-US" dirty="0"/>
              <a:t>までを全生成し、</a:t>
            </a:r>
            <a:r>
              <a:rPr kumimoji="1" lang="en-US" altLang="ja-JP" dirty="0">
                <a:latin typeface="Consolas" panose="020B0609020204030204" pitchFamily="49" charset="0"/>
              </a:rPr>
              <a:t>HP</a:t>
            </a:r>
            <a:r>
              <a:rPr kumimoji="1" lang="en-US" altLang="ja-JP" dirty="0"/>
              <a:t> </a:t>
            </a:r>
            <a:r>
              <a:rPr kumimoji="1" lang="ja-JP" altLang="en-US" dirty="0"/>
              <a:t>合計・平均 </a:t>
            </a:r>
            <a:r>
              <a:rPr kumimoji="1" lang="en-US" altLang="ja-JP" dirty="0">
                <a:latin typeface="Consolas" panose="020B0609020204030204" pitchFamily="49" charset="0"/>
              </a:rPr>
              <a:t>ATK</a:t>
            </a:r>
            <a:r>
              <a:rPr kumimoji="1" lang="en-US" altLang="ja-JP" dirty="0"/>
              <a:t> </a:t>
            </a:r>
            <a:r>
              <a:rPr kumimoji="1" lang="ja-JP" altLang="en-US" dirty="0"/>
              <a:t>を計算</a:t>
            </a:r>
            <a:endParaRPr kumimoji="1"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ランダムで敵を生成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スマートポインタに置き換える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勇者とバトルさせる（ターン制）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2CB0F6-6A11-D76A-2D4F-7B5383FDC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57147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20037-36ED-DFC1-22B7-D5804B9E9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HGP創英角ｺﾞｼｯｸUB"/>
                <a:ea typeface="HGP創英角ｺﾞｼｯｸUB"/>
              </a:rPr>
              <a:t>乱数の使用方法</a:t>
            </a:r>
            <a:endParaRPr kumimoji="1"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E0AFC-AE1D-4C68-7EAC-38F9A9B53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ea typeface="HGP創英角ｺﾞｼｯｸUB"/>
              </a:rPr>
              <a:t>int main()</a:t>
            </a:r>
            <a:br>
              <a:rPr lang="en-US" dirty="0">
                <a:solidFill>
                  <a:schemeClr val="tx1"/>
                </a:solidFill>
                <a:latin typeface="Consolas" panose="020B0609020204030204" pitchFamily="49" charset="0"/>
                <a:ea typeface="HGP創英角ｺﾞｼｯｸUB"/>
              </a:rPr>
            </a:b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ea typeface="HGP創英角ｺﾞｼｯｸUB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ea typeface="HGP創英角ｺﾞｼｯｸUB"/>
              </a:rPr>
              <a:t> 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ea typeface="HGP創英角ｺﾞｼｯｸUB"/>
              </a:rPr>
              <a:t>srand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ea typeface="HGP創英角ｺﾞｼｯｸUB"/>
              </a:rPr>
              <a:t>(time(NULL));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ea typeface="HGP創英角ｺﾞｼｯｸUB"/>
              </a:rPr>
              <a:t> 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ea typeface="HGP創英角ｺﾞｼｯｸUB"/>
              </a:rPr>
              <a:t>printf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ea typeface="HGP創英角ｺﾞｼｯｸUB"/>
              </a:rPr>
              <a:t>("%d", rand());</a:t>
            </a:r>
            <a:br>
              <a:rPr lang="en-US" dirty="0">
                <a:solidFill>
                  <a:schemeClr val="tx1"/>
                </a:solidFill>
                <a:latin typeface="Consolas" panose="020B0609020204030204" pitchFamily="49" charset="0"/>
                <a:ea typeface="HGP創英角ｺﾞｼｯｸUB"/>
              </a:rPr>
            </a:b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ea typeface="HGP創英角ｺﾞｼｯｸUB"/>
              </a:rPr>
              <a:t>    return 0;</a:t>
            </a:r>
            <a:br>
              <a:rPr lang="en-US" dirty="0">
                <a:solidFill>
                  <a:schemeClr val="tx1"/>
                </a:solidFill>
                <a:latin typeface="Consolas" panose="020B0609020204030204" pitchFamily="49" charset="0"/>
                <a:ea typeface="HGP創英角ｺﾞｼｯｸUB"/>
              </a:rPr>
            </a:b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ea typeface="HGP創英角ｺﾞｼｯｸUB"/>
              </a:rPr>
              <a:t>}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C1181-F70C-EB38-75D1-920734758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84157012"/>
      </p:ext>
    </p:extLst>
  </p:cSld>
  <p:clrMapOvr>
    <a:masterClrMapping/>
  </p:clrMapOvr>
</p:sld>
</file>

<file path=ppt/theme/theme1.xml><?xml version="1.0" encoding="utf-8"?>
<a:theme xmlns:a="http://schemas.openxmlformats.org/drawingml/2006/main" name="CLOUD CREATIVE STUDIOS, INC.">
  <a:themeElements>
    <a:clrScheme name="CLOUD CREATIVE STUDIOS, INC.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A0E9"/>
      </a:accent1>
      <a:accent2>
        <a:srgbClr val="E60012"/>
      </a:accent2>
      <a:accent3>
        <a:srgbClr val="FFF10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LOUD CREATIVE STUDIOS, INC.">
      <a:majorFont>
        <a:latin typeface="HGP創英角ｺﾞｼｯｸUB"/>
        <a:ea typeface="HG創英角ｺﾞｼｯｸUB"/>
        <a:cs typeface=""/>
      </a:majorFont>
      <a:minorFont>
        <a:latin typeface="HGP創英角ｺﾞｼｯｸUB"/>
        <a:ea typeface="HGS創英角ｺﾞｼｯｸU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コンストラクタの使い方" id="{B4D26422-EF22-4749-A37B-4F95BA192464}" vid="{E1CBD8AE-53C3-4965-B370-C7A6DC7FCDD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27C6B184D3A5D4EAAB411F5F7E654A4" ma:contentTypeVersion="3" ma:contentTypeDescription="新しいドキュメントを作成します。" ma:contentTypeScope="" ma:versionID="ff659de2dc9403655b5250ccb9023000">
  <xsd:schema xmlns:xsd="http://www.w3.org/2001/XMLSchema" xmlns:xs="http://www.w3.org/2001/XMLSchema" xmlns:p="http://schemas.microsoft.com/office/2006/metadata/properties" xmlns:ns2="f596ef32-5378-4823-961e-50c2ffb211d9" targetNamespace="http://schemas.microsoft.com/office/2006/metadata/properties" ma:root="true" ma:fieldsID="28ab20cd041a9b24bd2fa999347f3924" ns2:_="">
    <xsd:import namespace="f596ef32-5378-4823-961e-50c2ffb211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96ef32-5378-4823-961e-50c2ffb211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AA0DE16-B238-488F-B39B-AE245EED14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96ef32-5378-4823-961e-50c2ffb211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CF233E4-21D5-4B01-A51A-6B7D34C4CAF7}">
  <ds:schemaRefs>
    <ds:schemaRef ds:uri="http://schemas.microsoft.com/office/2006/documentManagement/types"/>
    <ds:schemaRef ds:uri="http://purl.org/dc/terms/"/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596ef32-5378-4823-961e-50c2ffb211d9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87F6E5E-30E8-4CEA-9284-2D349AD853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KDTテンプレート</Template>
  <TotalTime>288</TotalTime>
  <Words>311</Words>
  <Application>Microsoft Office PowerPoint</Application>
  <PresentationFormat>ワイド画面</PresentationFormat>
  <Paragraphs>94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HGP創英角ｺﾞｼｯｸUB</vt:lpstr>
      <vt:lpstr>Arial</vt:lpstr>
      <vt:lpstr>Consolas</vt:lpstr>
      <vt:lpstr>CLOUD CREATIVE STUDIOS, INC.</vt:lpstr>
      <vt:lpstr>敵データテーブルと コンストラクタによる初期化</vt:lpstr>
      <vt:lpstr>データテーブルとは？</vt:lpstr>
      <vt:lpstr>敵データテーブル例</vt:lpstr>
      <vt:lpstr>EnemyData 構造体</vt:lpstr>
      <vt:lpstr>Enemy クラス</vt:lpstr>
      <vt:lpstr>EnemyFactory クラス</vt:lpstr>
      <vt:lpstr>使用例</vt:lpstr>
      <vt:lpstr>Factoryパターンとは？</vt:lpstr>
      <vt:lpstr>ここまでのポイント</vt:lpstr>
      <vt:lpstr>演習問題</vt:lpstr>
      <vt:lpstr>乱数の使用方法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敵データテーブルと コンストラクタによる初期化</dc:title>
  <dc:creator>Akio Jinsenji</dc:creator>
  <cp:lastModifiedBy>秦泉寺 先生</cp:lastModifiedBy>
  <cp:revision>20</cp:revision>
  <dcterms:created xsi:type="dcterms:W3CDTF">2025-04-20T03:02:31Z</dcterms:created>
  <dcterms:modified xsi:type="dcterms:W3CDTF">2026-06-02T07:01:49Z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0x010100B27C6B184D3A5D4EAAB411F5F7E654A4</vt:lpwstr>
  </property>
</Properties>
</file>