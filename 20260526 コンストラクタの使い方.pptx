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秦泉寺 先生" userId="0c027005-9a2b-4620-a496-da82faf440cd" providerId="ADAL" clId="{D3ADD378-E23F-42D3-9B2A-2C5EEAA9D34B}"/>
    <pc:docChg chg="undo custSel modSld">
      <pc:chgData name="秦泉寺 先生" userId="0c027005-9a2b-4620-a496-da82faf440cd" providerId="ADAL" clId="{D3ADD378-E23F-42D3-9B2A-2C5EEAA9D34B}" dt="2026-05-26T06:19:43.513" v="215" actId="20577"/>
      <pc:docMkLst>
        <pc:docMk/>
      </pc:docMkLst>
      <pc:sldChg chg="modSp mod">
        <pc:chgData name="秦泉寺 先生" userId="0c027005-9a2b-4620-a496-da82faf440cd" providerId="ADAL" clId="{D3ADD378-E23F-42D3-9B2A-2C5EEAA9D34B}" dt="2026-05-26T04:23:46.983" v="43" actId="20577"/>
        <pc:sldMkLst>
          <pc:docMk/>
          <pc:sldMk cId="4006329845" sldId="259"/>
        </pc:sldMkLst>
        <pc:spChg chg="mod">
          <ac:chgData name="秦泉寺 先生" userId="0c027005-9a2b-4620-a496-da82faf440cd" providerId="ADAL" clId="{D3ADD378-E23F-42D3-9B2A-2C5EEAA9D34B}" dt="2026-05-26T04:23:17.108" v="39" actId="20577"/>
          <ac:spMkLst>
            <pc:docMk/>
            <pc:sldMk cId="4006329845" sldId="259"/>
            <ac:spMk id="2" creationId="{1B0E3144-D93F-1957-34AE-7ED6453EB6A3}"/>
          </ac:spMkLst>
        </pc:spChg>
        <pc:spChg chg="mod">
          <ac:chgData name="秦泉寺 先生" userId="0c027005-9a2b-4620-a496-da82faf440cd" providerId="ADAL" clId="{D3ADD378-E23F-42D3-9B2A-2C5EEAA9D34B}" dt="2026-05-26T04:23:46.983" v="43" actId="20577"/>
          <ac:spMkLst>
            <pc:docMk/>
            <pc:sldMk cId="4006329845" sldId="259"/>
            <ac:spMk id="3" creationId="{76A4C7D5-143E-A1ED-B71C-706797114624}"/>
          </ac:spMkLst>
        </pc:spChg>
      </pc:sldChg>
      <pc:sldChg chg="modSp mod">
        <pc:chgData name="秦泉寺 先生" userId="0c027005-9a2b-4620-a496-da82faf440cd" providerId="ADAL" clId="{D3ADD378-E23F-42D3-9B2A-2C5EEAA9D34B}" dt="2026-05-26T04:39:49.579" v="128" actId="20577"/>
        <pc:sldMkLst>
          <pc:docMk/>
          <pc:sldMk cId="3824577295" sldId="263"/>
        </pc:sldMkLst>
        <pc:spChg chg="mod">
          <ac:chgData name="秦泉寺 先生" userId="0c027005-9a2b-4620-a496-da82faf440cd" providerId="ADAL" clId="{D3ADD378-E23F-42D3-9B2A-2C5EEAA9D34B}" dt="2026-05-26T04:38:29.121" v="45" actId="20577"/>
          <ac:spMkLst>
            <pc:docMk/>
            <pc:sldMk cId="3824577295" sldId="263"/>
            <ac:spMk id="2" creationId="{CDC115C7-5D51-DD2D-8A22-1212AC6D8EDB}"/>
          </ac:spMkLst>
        </pc:spChg>
        <pc:spChg chg="mod">
          <ac:chgData name="秦泉寺 先生" userId="0c027005-9a2b-4620-a496-da82faf440cd" providerId="ADAL" clId="{D3ADD378-E23F-42D3-9B2A-2C5EEAA9D34B}" dt="2026-05-26T04:39:49.579" v="128" actId="20577"/>
          <ac:spMkLst>
            <pc:docMk/>
            <pc:sldMk cId="3824577295" sldId="263"/>
            <ac:spMk id="3" creationId="{34DD6EC5-3C3E-A359-C6D4-65A85A8752E9}"/>
          </ac:spMkLst>
        </pc:spChg>
      </pc:sldChg>
      <pc:sldChg chg="modSp mod">
        <pc:chgData name="秦泉寺 先生" userId="0c027005-9a2b-4620-a496-da82faf440cd" providerId="ADAL" clId="{D3ADD378-E23F-42D3-9B2A-2C5EEAA9D34B}" dt="2026-05-26T05:04:11.864" v="136" actId="20577"/>
        <pc:sldMkLst>
          <pc:docMk/>
          <pc:sldMk cId="254388317" sldId="264"/>
        </pc:sldMkLst>
        <pc:spChg chg="mod">
          <ac:chgData name="秦泉寺 先生" userId="0c027005-9a2b-4620-a496-da82faf440cd" providerId="ADAL" clId="{D3ADD378-E23F-42D3-9B2A-2C5EEAA9D34B}" dt="2026-05-26T05:04:11.864" v="136" actId="20577"/>
          <ac:spMkLst>
            <pc:docMk/>
            <pc:sldMk cId="254388317" sldId="264"/>
            <ac:spMk id="3" creationId="{ACAC3DDE-FD58-D6DF-D931-FC8239D737CA}"/>
          </ac:spMkLst>
        </pc:spChg>
      </pc:sldChg>
      <pc:sldChg chg="modSp mod">
        <pc:chgData name="秦泉寺 先生" userId="0c027005-9a2b-4620-a496-da82faf440cd" providerId="ADAL" clId="{D3ADD378-E23F-42D3-9B2A-2C5EEAA9D34B}" dt="2026-05-26T06:19:43.513" v="215" actId="20577"/>
        <pc:sldMkLst>
          <pc:docMk/>
          <pc:sldMk cId="2684255673" sldId="270"/>
        </pc:sldMkLst>
        <pc:spChg chg="mod">
          <ac:chgData name="秦泉寺 先生" userId="0c027005-9a2b-4620-a496-da82faf440cd" providerId="ADAL" clId="{D3ADD378-E23F-42D3-9B2A-2C5EEAA9D34B}" dt="2026-05-26T06:19:43.513" v="215" actId="20577"/>
          <ac:spMkLst>
            <pc:docMk/>
            <pc:sldMk cId="2684255673" sldId="270"/>
            <ac:spMk id="3" creationId="{290E3536-8B5B-EB46-2361-4CF225E13A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5F27FF-2D08-44E3-986B-81B14F925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230014-FD82-4EE0-840A-25D21669C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0557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3082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45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FA835DF8-0393-4664-8F35-147DC2F44A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8400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2705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550815-D38E-4BBB-910C-7A6F33F9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D242D4-D2D4-4A37-A175-0C56DCBAE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8E0B27B6-829C-43E6-B5E1-D3E738D2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9571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3CCB8-EBA2-4413-98C9-D87307BB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1D65F83B-BD0C-45CC-BABD-5271C864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5147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65335-28D4-4C96-ADDA-73419D9B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3908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91CCAF-4826-46FA-9898-6013DD1F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45" y="464941"/>
            <a:ext cx="11023511" cy="852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63C595-EAF7-4A44-A5B5-A7CE2DA9C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5" y="1562793"/>
            <a:ext cx="11023511" cy="4508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5B4B7E-0CBD-B49F-05AF-5D698FD72438}"/>
              </a:ext>
            </a:extLst>
          </p:cNvPr>
          <p:cNvSpPr txBox="1"/>
          <p:nvPr userDrawn="1"/>
        </p:nvSpPr>
        <p:spPr>
          <a:xfrm>
            <a:off x="3145766" y="6288657"/>
            <a:ext cx="5900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スーパーゲームクリエーター：ゲーム設計・開発</a:t>
            </a:r>
          </a:p>
        </p:txBody>
      </p:sp>
    </p:spTree>
    <p:extLst>
      <p:ext uri="{BB962C8B-B14F-4D97-AF65-F5344CB8AC3E}">
        <p14:creationId xmlns:p14="http://schemas.microsoft.com/office/powerpoint/2010/main" val="312822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0" kern="1200">
          <a:solidFill>
            <a:schemeClr val="accent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472D19-E61C-484B-8E1A-C9839547A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56" y="1122363"/>
            <a:ext cx="11288889" cy="2387600"/>
          </a:xfrm>
        </p:spPr>
        <p:txBody>
          <a:bodyPr>
            <a:normAutofit/>
          </a:bodyPr>
          <a:lstStyle/>
          <a:p>
            <a:r>
              <a:rPr lang="ja-JP" altLang="en-US" dirty="0"/>
              <a:t>コンストラクタの使い方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8FF5A2-A843-443C-BCA9-BB5780BFC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5956"/>
            <a:ext cx="9144000" cy="1351844"/>
          </a:xfrm>
        </p:spPr>
        <p:txBody>
          <a:bodyPr/>
          <a:lstStyle/>
          <a:p>
            <a:r>
              <a:rPr kumimoji="1" lang="ja-JP" altLang="en-US" dirty="0"/>
              <a:t>初期化設定とパターン</a:t>
            </a:r>
          </a:p>
        </p:txBody>
      </p:sp>
    </p:spTree>
    <p:extLst>
      <p:ext uri="{BB962C8B-B14F-4D97-AF65-F5344CB8AC3E}">
        <p14:creationId xmlns:p14="http://schemas.microsoft.com/office/powerpoint/2010/main" val="145642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40BB65-2656-D365-BFE2-072AC8CA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コンストラクタとは？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2C02EB-4BB7-1474-723E-A2ECAC39F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クラスや構造体の初期化時に呼び出される特殊なメソッド</a:t>
            </a:r>
            <a:endParaRPr kumimoji="1" lang="en-US" altLang="ja-JP" dirty="0"/>
          </a:p>
          <a:p>
            <a:r>
              <a:rPr lang="ja-JP" altLang="en-US" dirty="0"/>
              <a:t>インスタンス生成時の初期状態を設定する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502EB8-4DB7-6462-1053-75D1947C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607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A4E7D3-D2F1-36FA-D28B-8E4F69E88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なぜコンストラクタを利用するのか？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C8EF23-E53C-ACFF-9F0E-DD77E9092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オブジェクトの状態が初期化されていることを保証するため</a:t>
            </a:r>
            <a:endParaRPr kumimoji="1" lang="en-US" altLang="ja-JP" dirty="0"/>
          </a:p>
          <a:p>
            <a:r>
              <a:rPr lang="ja-JP" altLang="en-US" dirty="0"/>
              <a:t>不完全または不正な状態での利用を防ぎ、安全性を向上するため</a:t>
            </a:r>
            <a:endParaRPr lang="en-US" altLang="ja-JP" dirty="0"/>
          </a:p>
          <a:p>
            <a:r>
              <a:rPr lang="ja-JP" altLang="en-US" dirty="0"/>
              <a:t>初期化処理が明確になることで、オブジェクトの生成や設定が直感的に理解できるため、</a:t>
            </a:r>
            <a:r>
              <a:rPr kumimoji="1" lang="ja-JP" altLang="en-US" dirty="0"/>
              <a:t>コードの可読性・保守性を高めるため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A3621D-E72C-7343-E8B5-42675518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34796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0E3144-D93F-1957-34AE-7ED6453EB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コンストラクタの基本形</a:t>
            </a:r>
            <a:r>
              <a:rPr lang="ja-JP" altLang="en-US" dirty="0"/>
              <a:t>（</a:t>
            </a:r>
            <a:r>
              <a:rPr lang="en-US" altLang="ja-JP" dirty="0"/>
              <a:t>C++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A4C7D5-143E-A1ED-B71C-706797114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class Player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private: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int HP;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public: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// </a:t>
            </a: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コンストラクタ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Player(int hp)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    HP = hp;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使用例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auto player = new Player(100);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83F7AE-8CFD-E5F0-1E47-09152857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0632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77D900-154E-22F3-1566-D967DCC5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コンストラクタの基本形</a:t>
            </a:r>
            <a:r>
              <a:rPr lang="ja-JP" altLang="en-US" dirty="0"/>
              <a:t>（</a:t>
            </a:r>
            <a:r>
              <a:rPr lang="en-US" altLang="ja-JP" dirty="0"/>
              <a:t>C++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93CFA8-3BE3-3699-ADC5-DCEBDEB5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class Player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int HP;</a:t>
            </a:r>
          </a:p>
          <a:p>
            <a:pPr marL="0" indent="0">
              <a:buNone/>
            </a:pPr>
            <a:endParaRPr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public: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// </a:t>
            </a: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コンストラクタ</a:t>
            </a:r>
          </a:p>
          <a:p>
            <a:pPr marL="0" indent="0">
              <a:buNone/>
            </a:pP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Player(int hp) : HP(hp)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使用例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Player player(100);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912973-5170-612F-1A1A-0C8E9C2B0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28590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A92D26-4A60-3719-6A58-2EEBA7ED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初期化設定のポイント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864A57-9AC3-A425-3E8A-B828AFBD2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クラスの状態を明確にする</a:t>
            </a:r>
            <a:endParaRPr kumimoji="1" lang="en-US" altLang="ja-JP" dirty="0"/>
          </a:p>
          <a:p>
            <a:r>
              <a:rPr lang="ja-JP" altLang="en-US" dirty="0"/>
              <a:t>無効なオブジェクトの生成を防ぐ</a:t>
            </a:r>
            <a:endParaRPr lang="en-US" altLang="ja-JP" dirty="0"/>
          </a:p>
          <a:p>
            <a:r>
              <a:rPr kumimoji="1" lang="ja-JP" altLang="en-US" dirty="0"/>
              <a:t>必要な情報を必ず渡す（パラメーターの必須化）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47CA39-D3C5-6DAD-ED08-66E81EA86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86942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CAA47F-0DC3-6413-2BC4-287C9E00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コンストラクタのパターン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9CA4CC-7F99-A8E5-9D14-85CAB46C7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パラメーター付きコンストラクタ</a:t>
            </a:r>
            <a:endParaRPr kumimoji="1" lang="en-US" altLang="ja-JP" dirty="0"/>
          </a:p>
          <a:p>
            <a:pPr lvl="1"/>
            <a:r>
              <a:rPr lang="ja-JP" altLang="en-US" dirty="0"/>
              <a:t>初期化に必要な値を引数で渡す</a:t>
            </a:r>
            <a:endParaRPr lang="en-US" altLang="ja-JP" dirty="0"/>
          </a:p>
          <a:p>
            <a:r>
              <a:rPr kumimoji="1" lang="ja-JP" altLang="en-US" dirty="0"/>
              <a:t>オーバーロード（複数のコンストラクタ）</a:t>
            </a:r>
            <a:endParaRPr kumimoji="1" lang="en-US" altLang="ja-JP" dirty="0"/>
          </a:p>
          <a:p>
            <a:pPr lvl="1"/>
            <a:r>
              <a:rPr lang="ja-JP" altLang="en-US" dirty="0"/>
              <a:t>引数の違いで複数の初期化方法を提供</a:t>
            </a:r>
            <a:endParaRPr lang="en-US" altLang="ja-JP" dirty="0"/>
          </a:p>
          <a:p>
            <a:r>
              <a:rPr kumimoji="1" lang="ja-JP" altLang="en-US" dirty="0"/>
              <a:t>コピーコンストラクタ（</a:t>
            </a:r>
            <a:r>
              <a:rPr kumimoji="1" lang="en-US" altLang="ja-JP" dirty="0"/>
              <a:t>C++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lang="ja-JP" altLang="en-US" dirty="0"/>
              <a:t>既存のオブジェクトをコピーして新規作成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7CE250-DCE0-7FDE-62A0-C458898D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4748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C115C7-5D51-DD2D-8A22-1212AC6D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オーバーロード（</a:t>
            </a:r>
            <a:r>
              <a:rPr lang="en-US" altLang="ja-JP" dirty="0"/>
              <a:t>C++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DD6EC5-3C3E-A359-C6D4-65A85A875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class Player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public: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std::string Name;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int HP;</a:t>
            </a:r>
          </a:p>
          <a:p>
            <a:pPr marL="0" indent="0">
              <a:buNone/>
            </a:pPr>
            <a:endParaRPr kumimoji="1"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Player() : Player("Default", 100) {}</a:t>
            </a:r>
          </a:p>
          <a:p>
            <a:pPr marL="0" indent="0">
              <a:buNone/>
            </a:pPr>
            <a:endParaRPr kumimoji="1"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Player(std::string name, int hp)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    : Name(name), HP(hp)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5132B1-4ADA-18CD-FD15-C0DEB6AF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24577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B863C0-B988-E1E9-6DAD-026065391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コピーコンストラクタ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AC3DDE-FD58-D6DF-D931-FC8239D73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class Player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public: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int HP;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std::string Name;</a:t>
            </a:r>
          </a:p>
          <a:p>
            <a:pPr marL="0" indent="0">
              <a:buNone/>
            </a:pPr>
            <a:endParaRPr kumimoji="1"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Player(const Player&amp; other) : HP(</a:t>
            </a:r>
            <a:r>
              <a:rPr kumimoji="1" lang="en-US" altLang="ja-JP" dirty="0" err="1">
                <a:solidFill>
                  <a:schemeClr val="tx1"/>
                </a:solidFill>
                <a:latin typeface="Consolas" panose="020B0609020204030204" pitchFamily="49" charset="0"/>
              </a:rPr>
              <a:t>other.HP</a:t>
            </a: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), Name(</a:t>
            </a:r>
            <a:r>
              <a:rPr kumimoji="1" lang="en-US" altLang="ja-JP" dirty="0" err="1">
                <a:solidFill>
                  <a:schemeClr val="tx1"/>
                </a:solidFill>
                <a:latin typeface="Consolas" panose="020B0609020204030204" pitchFamily="49" charset="0"/>
              </a:rPr>
              <a:t>other.Name</a:t>
            </a: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使用例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Player player1("Player1", 100);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Player player2 = player1; // </a:t>
            </a:r>
            <a:r>
              <a:rPr kumimoji="1"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コピーコンストラクタが呼び出される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EB2EAC-4BCD-6591-C7AE-F891E58E0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4388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AAAF97-5DE7-31ED-6367-B958B536E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良いコンストラクタ設定のヒント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34B872-2E62-B3C7-58F5-C4EF4D741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シンプルに保つ（複雑な処理は避ける）</a:t>
            </a:r>
            <a:endParaRPr kumimoji="1" lang="en-US" altLang="ja-JP" dirty="0"/>
          </a:p>
          <a:p>
            <a:r>
              <a:rPr lang="ja-JP" altLang="en-US" dirty="0"/>
              <a:t>初期化と実行処理を分離</a:t>
            </a:r>
            <a:endParaRPr lang="en-US" altLang="ja-JP" dirty="0"/>
          </a:p>
          <a:p>
            <a:r>
              <a:rPr kumimoji="1" lang="ja-JP" altLang="en-US" dirty="0"/>
              <a:t>依存関係を明示的に示す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50B1F7-2601-DB1B-2012-F401E56C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21357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104B7-54CC-771A-AA82-F37A8498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コンストラクタ利用時の注意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4A1707-2698-7C32-85F9-755703DAA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引数が多すぎる場合は設計を再検討する（構造体や初期化オブジェクト活用）</a:t>
            </a:r>
            <a:endParaRPr kumimoji="1" lang="en-US" altLang="ja-JP" dirty="0"/>
          </a:p>
          <a:p>
            <a:r>
              <a:rPr lang="ja-JP" altLang="en-US" dirty="0"/>
              <a:t>例外処理が必要な処理は可能な限り避ける</a:t>
            </a:r>
            <a:endParaRPr lang="en-US" altLang="ja-JP" dirty="0"/>
          </a:p>
          <a:p>
            <a:r>
              <a:rPr kumimoji="1" lang="ja-JP" altLang="en-US" dirty="0"/>
              <a:t>デフォルトコンストラクタは慎重に（無効な状態のオブジェクト</a:t>
            </a:r>
            <a:r>
              <a:rPr lang="ja-JP" altLang="en-US" dirty="0"/>
              <a:t>を避ける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r>
              <a:rPr lang="ja-JP" altLang="en-US" dirty="0"/>
              <a:t>非同期処理がコンストラクタ内では行えないため、注意が必要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02413C-A2AB-D774-835E-AFA0BE76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6237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ACD3F-F4F7-791B-9011-559C15BD3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非同期処理を伴う初期化の対処方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74AE0A-130B-CD77-D969-0742AC13E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非同期初期化メソッドを別途作成、インスタンス生成後に呼び出す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FCA848-54CA-1A22-06E9-99BF2DCB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20304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AE762B-2905-48DA-22AF-1577DF58B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非同期処理を伴う初期化の対処法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402CB4-DAC8-132F-7C08-6962AA7F9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class Player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public int HP;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public string Name;</a:t>
            </a:r>
          </a:p>
          <a:p>
            <a:pPr marL="0" indent="0">
              <a:buNone/>
            </a:pPr>
            <a:endParaRPr kumimoji="1"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public async Task </a:t>
            </a:r>
            <a:r>
              <a:rPr kumimoji="1" lang="en-US" altLang="ja-JP" dirty="0" err="1">
                <a:solidFill>
                  <a:schemeClr val="tx1"/>
                </a:solidFill>
                <a:latin typeface="Consolas" panose="020B0609020204030204" pitchFamily="49" charset="0"/>
              </a:rPr>
              <a:t>InitializeAsync</a:t>
            </a: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(string name, int hp)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    await </a:t>
            </a:r>
            <a:r>
              <a:rPr kumimoji="1" lang="en-US" altLang="ja-JP" dirty="0" err="1">
                <a:solidFill>
                  <a:schemeClr val="tx1"/>
                </a:solidFill>
                <a:latin typeface="Consolas" panose="020B0609020204030204" pitchFamily="49" charset="0"/>
              </a:rPr>
              <a:t>Task.Delay</a:t>
            </a: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(1000); // </a:t>
            </a:r>
            <a:r>
              <a:rPr kumimoji="1"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非同期処理を模擬</a:t>
            </a:r>
            <a:endParaRPr kumimoji="1" lang="en-US" altLang="ja-JP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1"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Name = name;</a:t>
            </a:r>
          </a:p>
          <a:p>
            <a:pPr marL="0" indent="0">
              <a:buNone/>
            </a:pPr>
            <a:r>
              <a:rPr kumimoji="1"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HP = hp;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933051-019F-64C9-A712-BE75D6A3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580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10626E-8A06-D943-9A1D-22447112C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DI</a:t>
            </a:r>
            <a:r>
              <a:rPr kumimoji="1" lang="ja-JP" altLang="en-US" dirty="0"/>
              <a:t>（依存注入）の基本思想（応用編）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06B342-CA76-C3A0-C10E-C99A121C2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オブジェクト間の依存関係を外部から注入する</a:t>
            </a:r>
            <a:endParaRPr kumimoji="1" lang="en-US" altLang="ja-JP" dirty="0"/>
          </a:p>
          <a:p>
            <a:r>
              <a:rPr lang="ja-JP" altLang="en-US" dirty="0"/>
              <a:t>疎結合化により、コードの再利用性・テスト容易性が向上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37D505-72E2-D359-6F4C-1511ED4D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61372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AC9848-8D2F-23C1-42F8-984BDE40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DI</a:t>
            </a:r>
            <a:r>
              <a:rPr kumimoji="1" lang="ja-JP" altLang="en-US" dirty="0"/>
              <a:t>（依存注入）の基本思想（応用編）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0E3536-8B5B-EB46-2361-4CF225E1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class </a:t>
            </a:r>
            <a:r>
              <a:rPr kumimoji="1" lang="en-US" altLang="ja-JP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endParaRPr kumimoji="1" lang="en-US" altLang="ja-JP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    std::</a:t>
            </a:r>
            <a:r>
              <a:rPr kumimoji="1" lang="en-US" altLang="ja-JP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shared_ptr</a:t>
            </a: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&lt;Player&gt; Player;</a:t>
            </a:r>
          </a:p>
          <a:p>
            <a:pPr marL="0" indent="0">
              <a:buNone/>
            </a:pP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public:</a:t>
            </a:r>
          </a:p>
          <a:p>
            <a:pPr marL="0" indent="0">
              <a:buNone/>
            </a:pP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    // </a:t>
            </a:r>
            <a:r>
              <a:rPr kumimoji="1" lang="ja-JP" alt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コンストラクタで依存性注入</a:t>
            </a:r>
          </a:p>
          <a:p>
            <a:pPr marL="0" indent="0">
              <a:buNone/>
            </a:pP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kumimoji="1" lang="en-US" altLang="ja-JP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(std::</a:t>
            </a:r>
            <a:r>
              <a:rPr kumimoji="1" lang="en-US" altLang="ja-JP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shared_ptr</a:t>
            </a: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&lt;Player&gt; player)</a:t>
            </a:r>
          </a:p>
          <a:p>
            <a:pPr marL="0" indent="0">
              <a:buNone/>
            </a:pP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P</a:t>
            </a: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layer = player;</a:t>
            </a:r>
          </a:p>
          <a:p>
            <a:pPr marL="0" indent="0">
              <a:buNone/>
            </a:pPr>
            <a:r>
              <a:rPr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endParaRPr kumimoji="1" lang="en-US" altLang="ja-JP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1" lang="en-US" altLang="ja-JP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BCBDE8-FFEC-C9C0-56EF-98B062C9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84255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BB468F-851A-15B3-EBF3-23FD1ADC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演習問題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38EDDD-8DA7-7328-740F-B0969A1D7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コンストラクタを利用して「敵キャラクタークラス」を設計してください</a:t>
            </a:r>
            <a:endParaRPr kumimoji="1" lang="en-US" altLang="ja-JP" dirty="0"/>
          </a:p>
          <a:p>
            <a:r>
              <a:rPr lang="ja-JP" altLang="en-US" dirty="0"/>
              <a:t>オーバーロードを使って、複数の初期化パターンを用意してください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2CB0F6-6A11-D76A-2D4F-7B5383FD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57147215"/>
      </p:ext>
    </p:extLst>
  </p:cSld>
  <p:clrMapOvr>
    <a:masterClrMapping/>
  </p:clrMapOvr>
</p:sld>
</file>

<file path=ppt/theme/theme1.xml><?xml version="1.0" encoding="utf-8"?>
<a:theme xmlns:a="http://schemas.openxmlformats.org/drawingml/2006/main" name="CLOUD CREATIVE STUDIOS, INC.">
  <a:themeElements>
    <a:clrScheme name="CLOUD CREATIVE STUDIOS, INC.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A0E9"/>
      </a:accent1>
      <a:accent2>
        <a:srgbClr val="E60012"/>
      </a:accent2>
      <a:accent3>
        <a:srgbClr val="FFF1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LOUD CREATIVE STUDIOS, INC.">
      <a:majorFont>
        <a:latin typeface="HGP創英角ｺﾞｼｯｸUB"/>
        <a:ea typeface="HG創英角ｺﾞｼｯｸUB"/>
        <a:cs typeface=""/>
      </a:majorFont>
      <a:minorFont>
        <a:latin typeface="HGP創英角ｺﾞｼｯｸUB"/>
        <a:ea typeface="HGS創英角ｺﾞｼｯｸU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1DADC3F6-A392-4935-BF35-947C585D5779}" vid="{6C6DFFB3-77AA-40DA-9686-81DD162BAB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27C6B184D3A5D4EAAB411F5F7E654A4" ma:contentTypeVersion="3" ma:contentTypeDescription="新しいドキュメントを作成します。" ma:contentTypeScope="" ma:versionID="ff659de2dc9403655b5250ccb9023000">
  <xsd:schema xmlns:xsd="http://www.w3.org/2001/XMLSchema" xmlns:xs="http://www.w3.org/2001/XMLSchema" xmlns:p="http://schemas.microsoft.com/office/2006/metadata/properties" xmlns:ns2="f596ef32-5378-4823-961e-50c2ffb211d9" targetNamespace="http://schemas.microsoft.com/office/2006/metadata/properties" ma:root="true" ma:fieldsID="28ab20cd041a9b24bd2fa999347f3924" ns2:_="">
    <xsd:import namespace="f596ef32-5378-4823-961e-50c2ffb211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6ef32-5378-4823-961e-50c2ffb211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7F6E5E-30E8-4CEA-9284-2D349AD853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25EA1A-3A58-41AF-A400-560AD88C14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96ef32-5378-4823-961e-50c2ffb211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F233E4-21D5-4B01-A51A-6B7D34C4CAF7}">
  <ds:schemaRefs>
    <ds:schemaRef ds:uri="http://schemas.microsoft.com/office/2006/documentManagement/types"/>
    <ds:schemaRef ds:uri="http://purl.org/dc/elements/1.1/"/>
    <ds:schemaRef ds:uri="http://purl.org/dc/dcmitype/"/>
    <ds:schemaRef ds:uri="f596ef32-5378-4823-961e-50c2ffb211d9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 CREATIVE STUDIOS, INC</Template>
  <TotalTime>174</TotalTime>
  <Words>671</Words>
  <Application>Microsoft Office PowerPoint</Application>
  <PresentationFormat>ワイド画面</PresentationFormat>
  <Paragraphs>134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HGP創英角ｺﾞｼｯｸUB</vt:lpstr>
      <vt:lpstr>Arial</vt:lpstr>
      <vt:lpstr>Consolas</vt:lpstr>
      <vt:lpstr>CLOUD CREATIVE STUDIOS, INC.</vt:lpstr>
      <vt:lpstr>コンストラクタの使い方</vt:lpstr>
      <vt:lpstr>コンストラクタとは？</vt:lpstr>
      <vt:lpstr>なぜコンストラクタを利用するのか？</vt:lpstr>
      <vt:lpstr>コンストラクタの基本形（C++）</vt:lpstr>
      <vt:lpstr>コンストラクタの基本形（C++）</vt:lpstr>
      <vt:lpstr>初期化設定のポイント</vt:lpstr>
      <vt:lpstr>コンストラクタのパターン</vt:lpstr>
      <vt:lpstr>オーバーロード（C++）</vt:lpstr>
      <vt:lpstr>コピーコンストラクタ</vt:lpstr>
      <vt:lpstr>良いコンストラクタ設定のヒント</vt:lpstr>
      <vt:lpstr>コンストラクタ利用時の注意</vt:lpstr>
      <vt:lpstr>非同期処理を伴う初期化の対処方</vt:lpstr>
      <vt:lpstr>非同期処理を伴う初期化の対処法</vt:lpstr>
      <vt:lpstr>DI（依存注入）の基本思想（応用編）</vt:lpstr>
      <vt:lpstr>DI（依存注入）の基本思想（応用編）</vt:lpstr>
      <vt:lpstr>演習問題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コンストラクタの使い方</dc:title>
  <dc:creator>Akio Jinsenji</dc:creator>
  <cp:lastModifiedBy>秦泉寺 先生</cp:lastModifiedBy>
  <cp:revision>3</cp:revision>
  <dcterms:created xsi:type="dcterms:W3CDTF">2025-04-11T05:06:10Z</dcterms:created>
  <dcterms:modified xsi:type="dcterms:W3CDTF">2026-05-26T06:19:57Z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0x010100B27C6B184D3A5D4EAAB411F5F7E654A4</vt:lpwstr>
  </property>
</Properties>
</file>