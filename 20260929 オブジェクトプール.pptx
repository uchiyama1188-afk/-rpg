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72" r:id="rId7"/>
    <p:sldId id="294" r:id="rId8"/>
    <p:sldId id="285" r:id="rId9"/>
    <p:sldId id="288" r:id="rId10"/>
    <p:sldId id="289" r:id="rId11"/>
    <p:sldId id="295" r:id="rId12"/>
    <p:sldId id="292" r:id="rId13"/>
    <p:sldId id="293" r:id="rId14"/>
    <p:sldId id="296" r:id="rId15"/>
    <p:sldId id="297" r:id="rId16"/>
    <p:sldId id="298"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2EA5BD-EA5F-5096-5EE1-F27F6E4611E9}" v="4" dt="2026-09-29T05:15:23.139"/>
    <p1510:client id="{3550B5BF-1CDB-854D-96BC-CF2FF04811C0}" v="176" dt="2026-09-29T05:22:59.57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秦泉寺 先生" userId="0c027005-9a2b-4620-a496-da82faf440cd" providerId="ADAL" clId="{24649C74-9613-4C08-A092-F00B3BB9B5D3}"/>
    <pc:docChg chg="undo custSel modSld">
      <pc:chgData name="秦泉寺 先生" userId="0c027005-9a2b-4620-a496-da82faf440cd" providerId="ADAL" clId="{24649C74-9613-4C08-A092-F00B3BB9B5D3}" dt="2026-09-29T05:29:43.443" v="93" actId="20577"/>
      <pc:docMkLst>
        <pc:docMk/>
      </pc:docMkLst>
      <pc:sldChg chg="modSp mod">
        <pc:chgData name="秦泉寺 先生" userId="0c027005-9a2b-4620-a496-da82faf440cd" providerId="ADAL" clId="{24649C74-9613-4C08-A092-F00B3BB9B5D3}" dt="2026-09-29T05:14:10.180" v="62" actId="20577"/>
        <pc:sldMkLst>
          <pc:docMk/>
          <pc:sldMk cId="3677336466" sldId="296"/>
        </pc:sldMkLst>
        <pc:spChg chg="mod">
          <ac:chgData name="秦泉寺 先生" userId="0c027005-9a2b-4620-a496-da82faf440cd" providerId="ADAL" clId="{24649C74-9613-4C08-A092-F00B3BB9B5D3}" dt="2026-09-29T05:14:10.180" v="62" actId="20577"/>
          <ac:spMkLst>
            <pc:docMk/>
            <pc:sldMk cId="3677336466" sldId="296"/>
            <ac:spMk id="3" creationId="{B05A3A6B-1A8F-6EBB-97DA-DE7DD0F4CBFE}"/>
          </ac:spMkLst>
        </pc:spChg>
      </pc:sldChg>
      <pc:sldChg chg="modSp mod">
        <pc:chgData name="秦泉寺 先生" userId="0c027005-9a2b-4620-a496-da82faf440cd" providerId="ADAL" clId="{24649C74-9613-4C08-A092-F00B3BB9B5D3}" dt="2026-09-29T05:29:43.443" v="93" actId="20577"/>
        <pc:sldMkLst>
          <pc:docMk/>
          <pc:sldMk cId="643076858" sldId="298"/>
        </pc:sldMkLst>
        <pc:spChg chg="mod">
          <ac:chgData name="秦泉寺 先生" userId="0c027005-9a2b-4620-a496-da82faf440cd" providerId="ADAL" clId="{24649C74-9613-4C08-A092-F00B3BB9B5D3}" dt="2026-09-29T05:29:43.443" v="93" actId="20577"/>
          <ac:spMkLst>
            <pc:docMk/>
            <pc:sldMk cId="643076858" sldId="298"/>
            <ac:spMk id="3" creationId="{49A7CDB0-7422-2F80-F5F8-9711B2B77590}"/>
          </ac:spMkLst>
        </pc:spChg>
      </pc:sldChg>
    </pc:docChg>
  </pc:docChgLst>
  <pc:docChgLst>
    <pc:chgData name="秦泉寺 先生" userId="0c027005-9a2b-4620-a496-da82faf440cd" providerId="ADAL" clId="{0355A1F8-0E99-57CB-9673-A7AB527AE7A7}"/>
    <pc:docChg chg="custSel modSld">
      <pc:chgData name="秦泉寺 先生" userId="0c027005-9a2b-4620-a496-da82faf440cd" providerId="ADAL" clId="{0355A1F8-0E99-57CB-9673-A7AB527AE7A7}" dt="2026-09-29T05:22:59.571" v="181" actId="14100"/>
      <pc:docMkLst>
        <pc:docMk/>
      </pc:docMkLst>
      <pc:sldChg chg="modSp mod">
        <pc:chgData name="秦泉寺 先生" userId="0c027005-9a2b-4620-a496-da82faf440cd" providerId="ADAL" clId="{0355A1F8-0E99-57CB-9673-A7AB527AE7A7}" dt="2026-09-29T01:31:15.190" v="5" actId="20577"/>
        <pc:sldMkLst>
          <pc:docMk/>
          <pc:sldMk cId="1456421428" sldId="256"/>
        </pc:sldMkLst>
        <pc:spChg chg="mod">
          <ac:chgData name="秦泉寺 先生" userId="0c027005-9a2b-4620-a496-da82faf440cd" providerId="ADAL" clId="{0355A1F8-0E99-57CB-9673-A7AB527AE7A7}" dt="2026-09-29T01:31:15.190" v="5" actId="20577"/>
          <ac:spMkLst>
            <pc:docMk/>
            <pc:sldMk cId="1456421428" sldId="256"/>
            <ac:spMk id="3" creationId="{738FF5A2-A843-443C-BCA9-BB5780BFCF30}"/>
          </ac:spMkLst>
        </pc:spChg>
      </pc:sldChg>
      <pc:sldChg chg="addSp modSp mod modClrScheme chgLayout">
        <pc:chgData name="秦泉寺 先生" userId="0c027005-9a2b-4620-a496-da82faf440cd" providerId="ADAL" clId="{0355A1F8-0E99-57CB-9673-A7AB527AE7A7}" dt="2026-09-29T05:22:59.571" v="181" actId="14100"/>
        <pc:sldMkLst>
          <pc:docMk/>
          <pc:sldMk cId="2921840492" sldId="297"/>
        </pc:sldMkLst>
        <pc:spChg chg="mod ord">
          <ac:chgData name="秦泉寺 先生" userId="0c027005-9a2b-4620-a496-da82faf440cd" providerId="ADAL" clId="{0355A1F8-0E99-57CB-9673-A7AB527AE7A7}" dt="2026-09-29T05:22:59.571" v="181" actId="14100"/>
          <ac:spMkLst>
            <pc:docMk/>
            <pc:sldMk cId="2921840492" sldId="297"/>
            <ac:spMk id="2" creationId="{3778D799-5A75-75FC-EC12-948B9343C9EB}"/>
          </ac:spMkLst>
        </pc:spChg>
        <pc:spChg chg="mod ord">
          <ac:chgData name="秦泉寺 先生" userId="0c027005-9a2b-4620-a496-da82faf440cd" providerId="ADAL" clId="{0355A1F8-0E99-57CB-9673-A7AB527AE7A7}" dt="2026-09-29T05:22:56.594" v="180" actId="14100"/>
          <ac:spMkLst>
            <pc:docMk/>
            <pc:sldMk cId="2921840492" sldId="297"/>
            <ac:spMk id="3" creationId="{A1143DB2-7746-E08C-0C96-870D55AF847B}"/>
          </ac:spMkLst>
        </pc:spChg>
        <pc:spChg chg="mod ord">
          <ac:chgData name="秦泉寺 先生" userId="0c027005-9a2b-4620-a496-da82faf440cd" providerId="ADAL" clId="{0355A1F8-0E99-57CB-9673-A7AB527AE7A7}" dt="2026-09-29T05:20:09.154" v="153" actId="700"/>
          <ac:spMkLst>
            <pc:docMk/>
            <pc:sldMk cId="2921840492" sldId="297"/>
            <ac:spMk id="4" creationId="{20057F5A-F019-1441-B865-B99C1E11D6A3}"/>
          </ac:spMkLst>
        </pc:spChg>
        <pc:spChg chg="add mod ord">
          <ac:chgData name="秦泉寺 先生" userId="0c027005-9a2b-4620-a496-da82faf440cd" providerId="ADAL" clId="{0355A1F8-0E99-57CB-9673-A7AB527AE7A7}" dt="2026-09-29T05:22:31.875" v="178" actId="14100"/>
          <ac:spMkLst>
            <pc:docMk/>
            <pc:sldMk cId="2921840492" sldId="297"/>
            <ac:spMk id="5" creationId="{61F4F7E9-6FD3-24C8-4C4D-45E97623D7FA}"/>
          </ac:spMkLst>
        </pc:spChg>
      </pc:sldChg>
    </pc:docChg>
  </pc:docChgLst>
  <pc:docChgLst>
    <pc:chgData name="秦泉寺 先生" userId="S::k-tech050teacher@edu.kobe-tech.ac.jp::0c027005-9a2b-4620-a496-da82faf440cd" providerId="AD" clId="Web-{2E2EA5BD-EA5F-5096-5EE1-F27F6E4611E9}"/>
    <pc:docChg chg="modSld">
      <pc:chgData name="秦泉寺 先生" userId="S::k-tech050teacher@edu.kobe-tech.ac.jp::0c027005-9a2b-4620-a496-da82faf440cd" providerId="AD" clId="Web-{2E2EA5BD-EA5F-5096-5EE1-F27F6E4611E9}" dt="2026-09-29T05:15:23.139" v="3" actId="20577"/>
      <pc:docMkLst>
        <pc:docMk/>
      </pc:docMkLst>
      <pc:sldChg chg="modSp">
        <pc:chgData name="秦泉寺 先生" userId="S::k-tech050teacher@edu.kobe-tech.ac.jp::0c027005-9a2b-4620-a496-da82faf440cd" providerId="AD" clId="Web-{2E2EA5BD-EA5F-5096-5EE1-F27F6E4611E9}" dt="2026-09-29T05:15:23.139" v="3" actId="20577"/>
        <pc:sldMkLst>
          <pc:docMk/>
          <pc:sldMk cId="2921840492" sldId="297"/>
        </pc:sldMkLst>
        <pc:spChg chg="mod">
          <ac:chgData name="秦泉寺 先生" userId="S::k-tech050teacher@edu.kobe-tech.ac.jp::0c027005-9a2b-4620-a496-da82faf440cd" providerId="AD" clId="Web-{2E2EA5BD-EA5F-5096-5EE1-F27F6E4611E9}" dt="2026-09-29T05:15:23.139" v="3" actId="20577"/>
          <ac:spMkLst>
            <pc:docMk/>
            <pc:sldMk cId="2921840492" sldId="297"/>
            <ac:spMk id="3" creationId="{A1143DB2-7746-E08C-0C96-870D55AF847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5F27FF-2D08-44E3-986B-81B14F9259D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9230014-FD82-4EE0-840A-25D21669C6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705572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02309C-5D76-449E-996B-011E6904154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0F6416-C041-41CE-9647-78BFEDDFBA0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a:extLst>
              <a:ext uri="{FF2B5EF4-FFF2-40B4-BE49-F238E27FC236}">
                <a16:creationId xmlns:a16="http://schemas.microsoft.com/office/drawing/2014/main" id="{33097493-491D-4D93-841B-F8F00D8E155D}"/>
              </a:ext>
            </a:extLst>
          </p:cNvPr>
          <p:cNvSpPr>
            <a:spLocks noGrp="1"/>
          </p:cNvSpPr>
          <p:nvPr>
            <p:ph type="sldNum" sz="quarter" idx="12"/>
          </p:nvPr>
        </p:nvSpPr>
        <p:spPr>
          <a:xfrm>
            <a:off x="9448800" y="6311590"/>
            <a:ext cx="2622115" cy="422291"/>
          </a:xfrm>
          <a:prstGeom prst="rect">
            <a:avLst/>
          </a:prstGeom>
        </p:spPr>
        <p:txBody>
          <a:bodyPr anchor="ctr"/>
          <a:lstStyle>
            <a:lvl1pPr algn="r">
              <a:defRPr b="0">
                <a:latin typeface="HGP創英角ｺﾞｼｯｸUB" panose="020B0900000000000000" pitchFamily="50" charset="-128"/>
                <a:ea typeface="HGP創英角ｺﾞｼｯｸUB" panose="020B0900000000000000" pitchFamily="50" charset="-128"/>
              </a:defRPr>
            </a:lvl1pPr>
          </a:lstStyle>
          <a:p>
            <a:fld id="{68B08B9C-01A2-4A8A-8896-9ED971C9E681}" type="slidenum">
              <a:rPr lang="ja-JP" altLang="en-US" smtClean="0"/>
              <a:pPr/>
              <a:t>‹#›</a:t>
            </a:fld>
            <a:endParaRPr lang="ja-JP" altLang="en-US"/>
          </a:p>
        </p:txBody>
      </p:sp>
    </p:spTree>
    <p:extLst>
      <p:ext uri="{BB962C8B-B14F-4D97-AF65-F5344CB8AC3E}">
        <p14:creationId xmlns:p14="http://schemas.microsoft.com/office/powerpoint/2010/main" val="3330824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02309C-5D76-449E-996B-011E6904154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0F6416-C041-41CE-9647-78BFEDDFBA03}"/>
              </a:ext>
            </a:extLst>
          </p:cNvPr>
          <p:cNvSpPr>
            <a:spLocks noGrp="1"/>
          </p:cNvSpPr>
          <p:nvPr>
            <p:ph idx="1"/>
          </p:nvPr>
        </p:nvSpPr>
        <p:spPr>
          <a:xfrm>
            <a:off x="584245" y="1562793"/>
            <a:ext cx="5359355" cy="450830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a:extLst>
              <a:ext uri="{FF2B5EF4-FFF2-40B4-BE49-F238E27FC236}">
                <a16:creationId xmlns:a16="http://schemas.microsoft.com/office/drawing/2014/main" id="{33097493-491D-4D93-841B-F8F00D8E155D}"/>
              </a:ext>
            </a:extLst>
          </p:cNvPr>
          <p:cNvSpPr>
            <a:spLocks noGrp="1"/>
          </p:cNvSpPr>
          <p:nvPr>
            <p:ph type="sldNum" sz="quarter" idx="12"/>
          </p:nvPr>
        </p:nvSpPr>
        <p:spPr>
          <a:xfrm>
            <a:off x="9448800" y="6311590"/>
            <a:ext cx="2622115" cy="422291"/>
          </a:xfrm>
          <a:prstGeom prst="rect">
            <a:avLst/>
          </a:prstGeom>
        </p:spPr>
        <p:txBody>
          <a:bodyPr anchor="ctr"/>
          <a:lstStyle>
            <a:lvl1pPr algn="r">
              <a:defRPr b="0">
                <a:latin typeface="HGP創英角ｺﾞｼｯｸUB" panose="020B0900000000000000" pitchFamily="50" charset="-128"/>
                <a:ea typeface="HGP創英角ｺﾞｼｯｸUB" panose="020B0900000000000000" pitchFamily="50" charset="-128"/>
              </a:defRPr>
            </a:lvl1pPr>
          </a:lstStyle>
          <a:p>
            <a:fld id="{68B08B9C-01A2-4A8A-8896-9ED971C9E681}" type="slidenum">
              <a:rPr lang="ja-JP" altLang="en-US" smtClean="0"/>
              <a:pPr/>
              <a:t>‹#›</a:t>
            </a:fld>
            <a:endParaRPr lang="ja-JP" altLang="en-US"/>
          </a:p>
        </p:txBody>
      </p:sp>
      <p:sp>
        <p:nvSpPr>
          <p:cNvPr id="5" name="コンテンツ プレースホルダー 2">
            <a:extLst>
              <a:ext uri="{FF2B5EF4-FFF2-40B4-BE49-F238E27FC236}">
                <a16:creationId xmlns:a16="http://schemas.microsoft.com/office/drawing/2014/main" id="{FA835DF8-0393-4664-8F35-147DC2F44A34}"/>
              </a:ext>
            </a:extLst>
          </p:cNvPr>
          <p:cNvSpPr>
            <a:spLocks noGrp="1"/>
          </p:cNvSpPr>
          <p:nvPr>
            <p:ph idx="13"/>
          </p:nvPr>
        </p:nvSpPr>
        <p:spPr>
          <a:xfrm>
            <a:off x="6248400" y="1562793"/>
            <a:ext cx="5359355" cy="450830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22705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550815-D38E-4BBB-910C-7A6F33F975A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ED242D4-D2D4-4A37-A175-0C56DCBAEE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9" name="スライド番号プレースホルダー 5">
            <a:extLst>
              <a:ext uri="{FF2B5EF4-FFF2-40B4-BE49-F238E27FC236}">
                <a16:creationId xmlns:a16="http://schemas.microsoft.com/office/drawing/2014/main" id="{8E0B27B6-829C-43E6-B5E1-D3E738D2254B}"/>
              </a:ext>
            </a:extLst>
          </p:cNvPr>
          <p:cNvSpPr>
            <a:spLocks noGrp="1"/>
          </p:cNvSpPr>
          <p:nvPr>
            <p:ph type="sldNum" sz="quarter" idx="12"/>
          </p:nvPr>
        </p:nvSpPr>
        <p:spPr>
          <a:xfrm>
            <a:off x="9448800" y="6311590"/>
            <a:ext cx="2622115" cy="422291"/>
          </a:xfrm>
          <a:prstGeom prst="rect">
            <a:avLst/>
          </a:prstGeom>
        </p:spPr>
        <p:txBody>
          <a:bodyPr anchor="ctr"/>
          <a:lstStyle>
            <a:lvl1pPr algn="r">
              <a:defRPr b="0">
                <a:latin typeface="HGP創英角ｺﾞｼｯｸUB" panose="020B0900000000000000" pitchFamily="50" charset="-128"/>
                <a:ea typeface="HGP創英角ｺﾞｼｯｸUB" panose="020B0900000000000000" pitchFamily="50" charset="-128"/>
              </a:defRPr>
            </a:lvl1pPr>
          </a:lstStyle>
          <a:p>
            <a:fld id="{68B08B9C-01A2-4A8A-8896-9ED971C9E681}" type="slidenum">
              <a:rPr lang="ja-JP" altLang="en-US" smtClean="0"/>
              <a:pPr/>
              <a:t>‹#›</a:t>
            </a:fld>
            <a:endParaRPr lang="ja-JP" altLang="en-US"/>
          </a:p>
        </p:txBody>
      </p:sp>
    </p:spTree>
    <p:extLst>
      <p:ext uri="{BB962C8B-B14F-4D97-AF65-F5344CB8AC3E}">
        <p14:creationId xmlns:p14="http://schemas.microsoft.com/office/powerpoint/2010/main" val="2795718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C3CCB8-EBA2-4413-98C9-D87307BB4E90}"/>
              </a:ext>
            </a:extLst>
          </p:cNvPr>
          <p:cNvSpPr>
            <a:spLocks noGrp="1"/>
          </p:cNvSpPr>
          <p:nvPr>
            <p:ph type="title"/>
          </p:nvPr>
        </p:nvSpPr>
        <p:spPr/>
        <p:txBody>
          <a:bodyPr/>
          <a:lstStyle/>
          <a:p>
            <a:r>
              <a:rPr kumimoji="1" lang="ja-JP" altLang="en-US"/>
              <a:t>マスター タイトルの書式設定</a:t>
            </a:r>
          </a:p>
        </p:txBody>
      </p:sp>
      <p:sp>
        <p:nvSpPr>
          <p:cNvPr id="7" name="スライド番号プレースホルダー 5">
            <a:extLst>
              <a:ext uri="{FF2B5EF4-FFF2-40B4-BE49-F238E27FC236}">
                <a16:creationId xmlns:a16="http://schemas.microsoft.com/office/drawing/2014/main" id="{1D65F83B-BD0C-45CC-BABD-5271C864AB21}"/>
              </a:ext>
            </a:extLst>
          </p:cNvPr>
          <p:cNvSpPr>
            <a:spLocks noGrp="1"/>
          </p:cNvSpPr>
          <p:nvPr>
            <p:ph type="sldNum" sz="quarter" idx="12"/>
          </p:nvPr>
        </p:nvSpPr>
        <p:spPr>
          <a:xfrm>
            <a:off x="9448800" y="6311590"/>
            <a:ext cx="2622115" cy="422291"/>
          </a:xfrm>
          <a:prstGeom prst="rect">
            <a:avLst/>
          </a:prstGeom>
        </p:spPr>
        <p:txBody>
          <a:bodyPr anchor="ctr"/>
          <a:lstStyle>
            <a:lvl1pPr algn="r">
              <a:defRPr b="0">
                <a:latin typeface="HGP創英角ｺﾞｼｯｸUB" panose="020B0900000000000000" pitchFamily="50" charset="-128"/>
                <a:ea typeface="HGP創英角ｺﾞｼｯｸUB" panose="020B0900000000000000" pitchFamily="50" charset="-128"/>
              </a:defRPr>
            </a:lvl1pPr>
          </a:lstStyle>
          <a:p>
            <a:fld id="{68B08B9C-01A2-4A8A-8896-9ED971C9E681}" type="slidenum">
              <a:rPr lang="ja-JP" altLang="en-US" smtClean="0"/>
              <a:pPr/>
              <a:t>‹#›</a:t>
            </a:fld>
            <a:endParaRPr lang="ja-JP" altLang="en-US"/>
          </a:p>
        </p:txBody>
      </p:sp>
    </p:spTree>
    <p:extLst>
      <p:ext uri="{BB962C8B-B14F-4D97-AF65-F5344CB8AC3E}">
        <p14:creationId xmlns:p14="http://schemas.microsoft.com/office/powerpoint/2010/main" val="3251473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スライド番号プレースホルダー 5">
            <a:extLst>
              <a:ext uri="{FF2B5EF4-FFF2-40B4-BE49-F238E27FC236}">
                <a16:creationId xmlns:a16="http://schemas.microsoft.com/office/drawing/2014/main" id="{FA765335-28D4-4C96-ADDA-73419D9B7FFF}"/>
              </a:ext>
            </a:extLst>
          </p:cNvPr>
          <p:cNvSpPr>
            <a:spLocks noGrp="1"/>
          </p:cNvSpPr>
          <p:nvPr>
            <p:ph type="sldNum" sz="quarter" idx="12"/>
          </p:nvPr>
        </p:nvSpPr>
        <p:spPr>
          <a:xfrm>
            <a:off x="9448800" y="6311590"/>
            <a:ext cx="2622115" cy="422291"/>
          </a:xfrm>
          <a:prstGeom prst="rect">
            <a:avLst/>
          </a:prstGeom>
        </p:spPr>
        <p:txBody>
          <a:bodyPr anchor="ctr"/>
          <a:lstStyle>
            <a:lvl1pPr algn="r">
              <a:defRPr b="0">
                <a:latin typeface="HGP創英角ｺﾞｼｯｸUB" panose="020B0900000000000000" pitchFamily="50" charset="-128"/>
                <a:ea typeface="HGP創英角ｺﾞｼｯｸUB" panose="020B0900000000000000" pitchFamily="50" charset="-128"/>
              </a:defRPr>
            </a:lvl1pPr>
          </a:lstStyle>
          <a:p>
            <a:fld id="{68B08B9C-01A2-4A8A-8896-9ED971C9E681}" type="slidenum">
              <a:rPr lang="ja-JP" altLang="en-US" smtClean="0"/>
              <a:pPr/>
              <a:t>‹#›</a:t>
            </a:fld>
            <a:endParaRPr lang="ja-JP" altLang="en-US"/>
          </a:p>
        </p:txBody>
      </p:sp>
    </p:spTree>
    <p:extLst>
      <p:ext uri="{BB962C8B-B14F-4D97-AF65-F5344CB8AC3E}">
        <p14:creationId xmlns:p14="http://schemas.microsoft.com/office/powerpoint/2010/main" val="11390879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E91CCAF-4826-46FA-9898-6013DD1FBBD7}"/>
              </a:ext>
            </a:extLst>
          </p:cNvPr>
          <p:cNvSpPr>
            <a:spLocks noGrp="1"/>
          </p:cNvSpPr>
          <p:nvPr>
            <p:ph type="title"/>
          </p:nvPr>
        </p:nvSpPr>
        <p:spPr>
          <a:xfrm>
            <a:off x="584245" y="464941"/>
            <a:ext cx="11023511" cy="852912"/>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C63C595-EAF7-4A44-A5B5-A7CE2DA9CF36}"/>
              </a:ext>
            </a:extLst>
          </p:cNvPr>
          <p:cNvSpPr>
            <a:spLocks noGrp="1"/>
          </p:cNvSpPr>
          <p:nvPr>
            <p:ph type="body" idx="1"/>
          </p:nvPr>
        </p:nvSpPr>
        <p:spPr>
          <a:xfrm>
            <a:off x="584245" y="1562793"/>
            <a:ext cx="11023511" cy="4508307"/>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ボックス 3">
            <a:extLst>
              <a:ext uri="{FF2B5EF4-FFF2-40B4-BE49-F238E27FC236}">
                <a16:creationId xmlns:a16="http://schemas.microsoft.com/office/drawing/2014/main" id="{D35B4B7E-0CBD-B49F-05AF-5D698FD72438}"/>
              </a:ext>
            </a:extLst>
          </p:cNvPr>
          <p:cNvSpPr txBox="1"/>
          <p:nvPr userDrawn="1"/>
        </p:nvSpPr>
        <p:spPr>
          <a:xfrm>
            <a:off x="3145766" y="6288657"/>
            <a:ext cx="5900468" cy="369332"/>
          </a:xfrm>
          <a:prstGeom prst="rect">
            <a:avLst/>
          </a:prstGeom>
          <a:noFill/>
        </p:spPr>
        <p:txBody>
          <a:bodyPr wrap="square" rtlCol="0">
            <a:spAutoFit/>
          </a:bodyPr>
          <a:lstStyle/>
          <a:p>
            <a:pPr algn="ctr"/>
            <a:r>
              <a:rPr kumimoji="1" lang="ja-JP" altLang="en-US"/>
              <a:t>スーパーゲームクリエーター：ゲーム設計・開発</a:t>
            </a:r>
          </a:p>
        </p:txBody>
      </p:sp>
    </p:spTree>
    <p:extLst>
      <p:ext uri="{BB962C8B-B14F-4D97-AF65-F5344CB8AC3E}">
        <p14:creationId xmlns:p14="http://schemas.microsoft.com/office/powerpoint/2010/main" val="3128222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Lst>
  <p:hf hdr="0" ftr="0" dt="0"/>
  <p:txStyles>
    <p:titleStyle>
      <a:lvl1pPr algn="l" defTabSz="914400" rtl="0" eaLnBrk="1" latinLnBrk="0" hangingPunct="1">
        <a:lnSpc>
          <a:spcPct val="90000"/>
        </a:lnSpc>
        <a:spcBef>
          <a:spcPct val="0"/>
        </a:spcBef>
        <a:buNone/>
        <a:defRPr kumimoji="1" sz="4400" b="0" kern="1200">
          <a:solidFill>
            <a:schemeClr val="tx1"/>
          </a:solidFill>
          <a:latin typeface="HGP創英角ｺﾞｼｯｸUB" panose="020B0900000000000000" pitchFamily="50" charset="-128"/>
          <a:ea typeface="HGP創英角ｺﾞｼｯｸUB" panose="020B0900000000000000"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b="0" kern="1200">
          <a:solidFill>
            <a:schemeClr val="accent1"/>
          </a:solidFill>
          <a:latin typeface="HGP創英角ｺﾞｼｯｸUB" panose="020B0900000000000000" pitchFamily="50" charset="-128"/>
          <a:ea typeface="HGP創英角ｺﾞｼｯｸUB" panose="020B09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kern="1200">
          <a:solidFill>
            <a:schemeClr val="tx1"/>
          </a:solidFill>
          <a:latin typeface="HGP創英角ｺﾞｼｯｸUB" panose="020B0900000000000000" pitchFamily="50" charset="-128"/>
          <a:ea typeface="HGP創英角ｺﾞｼｯｸUB" panose="020B0900000000000000"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kern="1200">
          <a:solidFill>
            <a:schemeClr val="tx1"/>
          </a:solidFill>
          <a:latin typeface="HGP創英角ｺﾞｼｯｸUB" panose="020B0900000000000000" pitchFamily="50" charset="-128"/>
          <a:ea typeface="HGP創英角ｺﾞｼｯｸUB" panose="020B0900000000000000"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kern="1200">
          <a:solidFill>
            <a:schemeClr val="tx1"/>
          </a:solidFill>
          <a:latin typeface="HGP創英角ｺﾞｼｯｸUB" panose="020B0900000000000000" pitchFamily="50" charset="-128"/>
          <a:ea typeface="HGP創英角ｺﾞｼｯｸUB" panose="020B0900000000000000"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kern="1200">
          <a:solidFill>
            <a:schemeClr val="tx1"/>
          </a:solidFill>
          <a:latin typeface="HGP創英角ｺﾞｼｯｸUB" panose="020B0900000000000000" pitchFamily="50" charset="-128"/>
          <a:ea typeface="HGP創英角ｺﾞｼｯｸUB" panose="020B09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472D19-E61C-484B-8E1A-C9839547A87A}"/>
              </a:ext>
            </a:extLst>
          </p:cNvPr>
          <p:cNvSpPr>
            <a:spLocks noGrp="1"/>
          </p:cNvSpPr>
          <p:nvPr>
            <p:ph type="ctrTitle"/>
          </p:nvPr>
        </p:nvSpPr>
        <p:spPr>
          <a:xfrm>
            <a:off x="451556" y="1122363"/>
            <a:ext cx="11288889" cy="2387600"/>
          </a:xfrm>
        </p:spPr>
        <p:txBody>
          <a:bodyPr>
            <a:normAutofit/>
          </a:bodyPr>
          <a:lstStyle/>
          <a:p>
            <a:r>
              <a:rPr lang="ja-JP" altLang="en-US">
                <a:latin typeface="HGP創英角ｺﾞｼｯｸUB"/>
                <a:ea typeface="HGP創英角ｺﾞｼｯｸUB"/>
              </a:rPr>
              <a:t>オブジェクトプール</a:t>
            </a:r>
          </a:p>
        </p:txBody>
      </p:sp>
      <p:sp>
        <p:nvSpPr>
          <p:cNvPr id="3" name="字幕 2">
            <a:extLst>
              <a:ext uri="{FF2B5EF4-FFF2-40B4-BE49-F238E27FC236}">
                <a16:creationId xmlns:a16="http://schemas.microsoft.com/office/drawing/2014/main" id="{738FF5A2-A843-443C-BCA9-BB5780BFCF30}"/>
              </a:ext>
            </a:extLst>
          </p:cNvPr>
          <p:cNvSpPr>
            <a:spLocks noGrp="1"/>
          </p:cNvSpPr>
          <p:nvPr>
            <p:ph type="subTitle" idx="1"/>
          </p:nvPr>
        </p:nvSpPr>
        <p:spPr>
          <a:xfrm>
            <a:off x="1524000" y="3905956"/>
            <a:ext cx="9144000" cy="1351844"/>
          </a:xfrm>
        </p:spPr>
        <p:txBody>
          <a:bodyPr vert="horz" lIns="91440" tIns="45720" rIns="91440" bIns="45720" rtlCol="0" anchor="t">
            <a:normAutofit/>
          </a:bodyPr>
          <a:lstStyle/>
          <a:p>
            <a:r>
              <a:rPr lang="en-US" altLang="ja-JP">
                <a:latin typeface="HGP創英角ｺﾞｼｯｸUB"/>
                <a:ea typeface="HGP創英角ｺﾞｼｯｸUB"/>
              </a:rPr>
              <a:t>2026/9/29</a:t>
            </a:r>
            <a:endParaRPr kumimoji="1" lang="ja-JP" altLang="en-US"/>
          </a:p>
        </p:txBody>
      </p:sp>
    </p:spTree>
    <p:extLst>
      <p:ext uri="{BB962C8B-B14F-4D97-AF65-F5344CB8AC3E}">
        <p14:creationId xmlns:p14="http://schemas.microsoft.com/office/powerpoint/2010/main" val="1456421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40BB65-2656-D365-BFE2-072AC8CACBC8}"/>
              </a:ext>
            </a:extLst>
          </p:cNvPr>
          <p:cNvSpPr>
            <a:spLocks noGrp="1"/>
          </p:cNvSpPr>
          <p:nvPr>
            <p:ph type="title"/>
          </p:nvPr>
        </p:nvSpPr>
        <p:spPr/>
        <p:txBody>
          <a:bodyPr/>
          <a:lstStyle/>
          <a:p>
            <a:r>
              <a:rPr lang="ja-JP" altLang="en-US" b="1"/>
              <a:t>学習目標</a:t>
            </a:r>
          </a:p>
        </p:txBody>
      </p:sp>
      <p:sp>
        <p:nvSpPr>
          <p:cNvPr id="3" name="コンテンツ プレースホルダー 2">
            <a:extLst>
              <a:ext uri="{FF2B5EF4-FFF2-40B4-BE49-F238E27FC236}">
                <a16:creationId xmlns:a16="http://schemas.microsoft.com/office/drawing/2014/main" id="{E32C02EB-4BB7-1474-723E-A2ECAC39F29D}"/>
              </a:ext>
            </a:extLst>
          </p:cNvPr>
          <p:cNvSpPr>
            <a:spLocks noGrp="1"/>
          </p:cNvSpPr>
          <p:nvPr>
            <p:ph idx="1"/>
          </p:nvPr>
        </p:nvSpPr>
        <p:spPr/>
        <p:txBody>
          <a:bodyPr vert="horz" lIns="91440" tIns="45720" rIns="91440" bIns="45720" rtlCol="0" anchor="t">
            <a:normAutofit/>
          </a:bodyPr>
          <a:lstStyle/>
          <a:p>
            <a:r>
              <a:rPr lang="ja-JP" altLang="en-US">
                <a:latin typeface="HGP創英角ｺﾞｼｯｸUB"/>
                <a:ea typeface="HGP創英角ｺﾞｼｯｸUB"/>
              </a:rPr>
              <a:t>オブジェクトプールとは何か？</a:t>
            </a:r>
            <a:endParaRPr lang="en-US" altLang="ja-JP">
              <a:latin typeface="HGP創英角ｺﾞｼｯｸUB"/>
              <a:ea typeface="HGP創英角ｺﾞｼｯｸUB"/>
            </a:endParaRPr>
          </a:p>
          <a:p>
            <a:r>
              <a:rPr lang="ja-JP" altLang="en-US">
                <a:latin typeface="HGP創英角ｺﾞｼｯｸUB"/>
                <a:ea typeface="HGP創英角ｺﾞｼｯｸUB"/>
              </a:rPr>
              <a:t>ゲーム開発での必要性</a:t>
            </a:r>
            <a:endParaRPr lang="en-US" altLang="ja-JP">
              <a:latin typeface="HGP創英角ｺﾞｼｯｸUB"/>
              <a:ea typeface="HGP創英角ｺﾞｼｯｸUB"/>
            </a:endParaRPr>
          </a:p>
          <a:p>
            <a:r>
              <a:rPr lang="en-US" altLang="ja-JP">
                <a:latin typeface="HGP創英角ｺﾞｼｯｸUB"/>
                <a:ea typeface="HGP創英角ｺﾞｼｯｸUB"/>
              </a:rPr>
              <a:t>C++</a:t>
            </a:r>
            <a:r>
              <a:rPr lang="ja-JP" altLang="en-US">
                <a:latin typeface="HGP創英角ｺﾞｼｯｸUB"/>
                <a:ea typeface="HGP創英角ｺﾞｼｯｸUB"/>
              </a:rPr>
              <a:t>での実装方法</a:t>
            </a:r>
            <a:endParaRPr lang="en-US" altLang="ja-JP">
              <a:latin typeface="HGP創英角ｺﾞｼｯｸUB"/>
              <a:ea typeface="HGP創英角ｺﾞｼｯｸUB"/>
            </a:endParaRPr>
          </a:p>
          <a:p>
            <a:r>
              <a:rPr lang="ja-JP" altLang="en-US">
                <a:latin typeface="HGP創英角ｺﾞｼｯｸUB"/>
                <a:ea typeface="HGP創英角ｺﾞｼｯｸUB"/>
              </a:rPr>
              <a:t>実際の使用例</a:t>
            </a:r>
            <a:endParaRPr lang="en-US" altLang="ja-JP">
              <a:latin typeface="HGP創英角ｺﾞｼｯｸUB"/>
              <a:ea typeface="HGP創英角ｺﾞｼｯｸUB"/>
            </a:endParaRPr>
          </a:p>
          <a:p>
            <a:r>
              <a:rPr lang="ja-JP" altLang="en-US">
                <a:latin typeface="HGP創英角ｺﾞｼｯｸUB"/>
                <a:ea typeface="HGP創英角ｺﾞｼｯｸUB"/>
              </a:rPr>
              <a:t>メリットとデメリット</a:t>
            </a:r>
          </a:p>
        </p:txBody>
      </p:sp>
      <p:sp>
        <p:nvSpPr>
          <p:cNvPr id="4" name="スライド番号プレースホルダー 3">
            <a:extLst>
              <a:ext uri="{FF2B5EF4-FFF2-40B4-BE49-F238E27FC236}">
                <a16:creationId xmlns:a16="http://schemas.microsoft.com/office/drawing/2014/main" id="{DD502EB8-4DB7-6462-1053-75D1947CFAB8}"/>
              </a:ext>
            </a:extLst>
          </p:cNvPr>
          <p:cNvSpPr>
            <a:spLocks noGrp="1"/>
          </p:cNvSpPr>
          <p:nvPr>
            <p:ph type="sldNum" sz="quarter" idx="12"/>
          </p:nvPr>
        </p:nvSpPr>
        <p:spPr/>
        <p:txBody>
          <a:bodyPr/>
          <a:lstStyle/>
          <a:p>
            <a:fld id="{68B08B9C-01A2-4A8A-8896-9ED971C9E681}" type="slidenum">
              <a:rPr lang="ja-JP" altLang="en-US" smtClean="0"/>
              <a:pPr/>
              <a:t>2</a:t>
            </a:fld>
            <a:endParaRPr lang="ja-JP" altLang="en-US"/>
          </a:p>
        </p:txBody>
      </p:sp>
    </p:spTree>
    <p:extLst>
      <p:ext uri="{BB962C8B-B14F-4D97-AF65-F5344CB8AC3E}">
        <p14:creationId xmlns:p14="http://schemas.microsoft.com/office/powerpoint/2010/main" val="756076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60A48B-CE03-8347-61A1-08A94C3ECA48}"/>
              </a:ext>
            </a:extLst>
          </p:cNvPr>
          <p:cNvSpPr>
            <a:spLocks noGrp="1"/>
          </p:cNvSpPr>
          <p:nvPr>
            <p:ph type="title"/>
          </p:nvPr>
        </p:nvSpPr>
        <p:spPr/>
        <p:txBody>
          <a:bodyPr>
            <a:normAutofit/>
          </a:bodyPr>
          <a:lstStyle/>
          <a:p>
            <a:r>
              <a:rPr lang="ja-JP" altLang="en-US" b="1"/>
              <a:t>オブジェクトプールとは？</a:t>
            </a:r>
            <a:endParaRPr lang="en-US" altLang="ja-JP"/>
          </a:p>
        </p:txBody>
      </p:sp>
      <p:sp>
        <p:nvSpPr>
          <p:cNvPr id="3" name="コンテンツ プレースホルダー 2">
            <a:extLst>
              <a:ext uri="{FF2B5EF4-FFF2-40B4-BE49-F238E27FC236}">
                <a16:creationId xmlns:a16="http://schemas.microsoft.com/office/drawing/2014/main" id="{6BC67A8F-32F3-1C02-F451-E3C6DB36D732}"/>
              </a:ext>
            </a:extLst>
          </p:cNvPr>
          <p:cNvSpPr>
            <a:spLocks noGrp="1"/>
          </p:cNvSpPr>
          <p:nvPr>
            <p:ph idx="1"/>
          </p:nvPr>
        </p:nvSpPr>
        <p:spPr/>
        <p:txBody>
          <a:bodyPr vert="horz" lIns="91440" tIns="45720" rIns="91440" bIns="45720" rtlCol="0" anchor="t">
            <a:normAutofit/>
          </a:bodyPr>
          <a:lstStyle/>
          <a:p>
            <a:r>
              <a:rPr lang="ja-JP" altLang="en-US" b="1"/>
              <a:t>あらかじめオブジェクトを生成して格納しておく仕組み</a:t>
            </a:r>
          </a:p>
          <a:p>
            <a:r>
              <a:rPr lang="ja-JP" altLang="en-US" b="1"/>
              <a:t>基本的な流れ</a:t>
            </a:r>
            <a:endParaRPr lang="en-US" altLang="ja-JP" b="1"/>
          </a:p>
          <a:p>
            <a:pPr lvl="1"/>
            <a:r>
              <a:rPr lang="ja-JP" altLang="en-US" b="1"/>
              <a:t>初期化時に必要なオブジェクトをまとめて生成</a:t>
            </a:r>
            <a:endParaRPr lang="en-US" altLang="ja-JP" b="1"/>
          </a:p>
          <a:p>
            <a:pPr lvl="1"/>
            <a:r>
              <a:rPr lang="ja-JP" altLang="en-US" b="1"/>
              <a:t>必要になったらプールから取得</a:t>
            </a:r>
            <a:endParaRPr lang="en-US" altLang="ja-JP" b="1"/>
          </a:p>
          <a:p>
            <a:pPr lvl="1"/>
            <a:r>
              <a:rPr lang="ja-JP" altLang="en-US" b="1"/>
              <a:t>使い終わったらプールに返却</a:t>
            </a:r>
            <a:endParaRPr lang="en-US" altLang="ja-JP" b="1"/>
          </a:p>
          <a:p>
            <a:pPr lvl="1"/>
            <a:r>
              <a:rPr lang="ja-JP" altLang="en-US" b="1"/>
              <a:t>オブジェクトの再利用により生成・破棄のコスト削減</a:t>
            </a:r>
            <a:endParaRPr lang="en-US" altLang="ja-JP" b="1"/>
          </a:p>
          <a:p>
            <a:r>
              <a:rPr lang="ja-JP" altLang="en-US" b="1"/>
              <a:t>従来との違い</a:t>
            </a:r>
            <a:endParaRPr lang="en-US" altLang="ja-JP" b="1"/>
          </a:p>
          <a:p>
            <a:pPr lvl="1"/>
            <a:r>
              <a:rPr lang="ja-JP" altLang="en-US" b="1"/>
              <a:t>必要になるたびに生成・破棄を繰り返す代わりに再利用する</a:t>
            </a:r>
            <a:endParaRPr lang="en-US" altLang="ja-JP" b="1"/>
          </a:p>
        </p:txBody>
      </p:sp>
      <p:sp>
        <p:nvSpPr>
          <p:cNvPr id="4" name="スライド番号プレースホルダー 3">
            <a:extLst>
              <a:ext uri="{FF2B5EF4-FFF2-40B4-BE49-F238E27FC236}">
                <a16:creationId xmlns:a16="http://schemas.microsoft.com/office/drawing/2014/main" id="{6F1A4DEF-BD82-E1D7-08DA-C82BE2AB02F7}"/>
              </a:ext>
            </a:extLst>
          </p:cNvPr>
          <p:cNvSpPr>
            <a:spLocks noGrp="1"/>
          </p:cNvSpPr>
          <p:nvPr>
            <p:ph type="sldNum" sz="quarter" idx="12"/>
          </p:nvPr>
        </p:nvSpPr>
        <p:spPr/>
        <p:txBody>
          <a:bodyPr/>
          <a:lstStyle/>
          <a:p>
            <a:fld id="{68B08B9C-01A2-4A8A-8896-9ED971C9E681}" type="slidenum">
              <a:rPr lang="ja-JP" altLang="en-US" smtClean="0"/>
              <a:pPr/>
              <a:t>3</a:t>
            </a:fld>
            <a:endParaRPr lang="ja-JP" altLang="en-US"/>
          </a:p>
        </p:txBody>
      </p:sp>
    </p:spTree>
    <p:extLst>
      <p:ext uri="{BB962C8B-B14F-4D97-AF65-F5344CB8AC3E}">
        <p14:creationId xmlns:p14="http://schemas.microsoft.com/office/powerpoint/2010/main" val="2755116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EC8D0E-D14A-2B3B-EF32-B06A1D67CE9A}"/>
              </a:ext>
            </a:extLst>
          </p:cNvPr>
          <p:cNvSpPr>
            <a:spLocks noGrp="1"/>
          </p:cNvSpPr>
          <p:nvPr>
            <p:ph type="title"/>
          </p:nvPr>
        </p:nvSpPr>
        <p:spPr/>
        <p:txBody>
          <a:bodyPr/>
          <a:lstStyle/>
          <a:p>
            <a:r>
              <a:rPr kumimoji="1" lang="ja-JP" altLang="en-US"/>
              <a:t>デザインパターン</a:t>
            </a:r>
          </a:p>
        </p:txBody>
      </p:sp>
      <p:sp>
        <p:nvSpPr>
          <p:cNvPr id="4" name="スライド番号プレースホルダー 3">
            <a:extLst>
              <a:ext uri="{FF2B5EF4-FFF2-40B4-BE49-F238E27FC236}">
                <a16:creationId xmlns:a16="http://schemas.microsoft.com/office/drawing/2014/main" id="{02CDF96F-C913-5548-259A-E4D2D5191B7E}"/>
              </a:ext>
            </a:extLst>
          </p:cNvPr>
          <p:cNvSpPr>
            <a:spLocks noGrp="1"/>
          </p:cNvSpPr>
          <p:nvPr>
            <p:ph type="sldNum" sz="quarter" idx="12"/>
          </p:nvPr>
        </p:nvSpPr>
        <p:spPr/>
        <p:txBody>
          <a:bodyPr/>
          <a:lstStyle/>
          <a:p>
            <a:fld id="{68B08B9C-01A2-4A8A-8896-9ED971C9E681}" type="slidenum">
              <a:rPr lang="ja-JP" altLang="en-US" smtClean="0"/>
              <a:pPr/>
              <a:t>4</a:t>
            </a:fld>
            <a:endParaRPr lang="ja-JP" altLang="en-US"/>
          </a:p>
        </p:txBody>
      </p:sp>
      <p:pic>
        <p:nvPicPr>
          <p:cNvPr id="10" name="コンテンツ プレースホルダー 9">
            <a:extLst>
              <a:ext uri="{FF2B5EF4-FFF2-40B4-BE49-F238E27FC236}">
                <a16:creationId xmlns:a16="http://schemas.microsoft.com/office/drawing/2014/main" id="{5C8BABD3-C6FF-7971-F39B-3D0A9A86CA46}"/>
              </a:ext>
            </a:extLst>
          </p:cNvPr>
          <p:cNvPicPr>
            <a:picLocks noGrp="1" noChangeAspect="1"/>
          </p:cNvPicPr>
          <p:nvPr>
            <p:ph idx="1"/>
          </p:nvPr>
        </p:nvPicPr>
        <p:blipFill>
          <a:blip r:embed="rId2"/>
          <a:stretch>
            <a:fillRect/>
          </a:stretch>
        </p:blipFill>
        <p:spPr bwMode="auto">
          <a:xfrm>
            <a:off x="2280705" y="1911084"/>
            <a:ext cx="7630590" cy="3810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86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6B9E5-9614-D490-4C04-D0FAF5ED243C}"/>
              </a:ext>
            </a:extLst>
          </p:cNvPr>
          <p:cNvSpPr>
            <a:spLocks noGrp="1"/>
          </p:cNvSpPr>
          <p:nvPr>
            <p:ph type="title"/>
          </p:nvPr>
        </p:nvSpPr>
        <p:spPr/>
        <p:txBody>
          <a:bodyPr/>
          <a:lstStyle/>
          <a:p>
            <a:r>
              <a:rPr lang="ja-JP" altLang="en-US" b="1"/>
              <a:t>ゲーム開発での問題</a:t>
            </a:r>
            <a:endParaRPr lang="en-US">
              <a:latin typeface="HGPSoeiKakugothicUB"/>
              <a:ea typeface="HGPSoeiKakugothicUB"/>
            </a:endParaRPr>
          </a:p>
        </p:txBody>
      </p:sp>
      <p:sp>
        <p:nvSpPr>
          <p:cNvPr id="26" name="コンテンツ プレースホルダー 25">
            <a:extLst>
              <a:ext uri="{FF2B5EF4-FFF2-40B4-BE49-F238E27FC236}">
                <a16:creationId xmlns:a16="http://schemas.microsoft.com/office/drawing/2014/main" id="{DA0973EC-76A4-E709-9347-C290D19DE645}"/>
              </a:ext>
            </a:extLst>
          </p:cNvPr>
          <p:cNvSpPr>
            <a:spLocks noGrp="1"/>
          </p:cNvSpPr>
          <p:nvPr>
            <p:ph idx="1"/>
          </p:nvPr>
        </p:nvSpPr>
        <p:spPr/>
        <p:txBody>
          <a:bodyPr/>
          <a:lstStyle/>
          <a:p>
            <a:r>
              <a:rPr lang="ja-JP" altLang="en-US"/>
              <a:t>大量のオブジェクト生成・破棄</a:t>
            </a:r>
            <a:endParaRPr lang="en-US" altLang="ja-JP"/>
          </a:p>
          <a:p>
            <a:pPr lvl="1"/>
            <a:r>
              <a:rPr lang="ja-JP" altLang="en-US"/>
              <a:t>例：弾丸、パーティクル、敵キャラクター</a:t>
            </a:r>
            <a:endParaRPr lang="en-US" altLang="ja-JP"/>
          </a:p>
          <a:p>
            <a:r>
              <a:rPr lang="ja-JP" altLang="en-US"/>
              <a:t>メモリ断片化</a:t>
            </a:r>
            <a:endParaRPr lang="en-US" altLang="ja-JP"/>
          </a:p>
          <a:p>
            <a:pPr lvl="1"/>
            <a:r>
              <a:rPr lang="ja-JP" altLang="en-US"/>
              <a:t>連続した生成・破棄によるメモリが細切れに</a:t>
            </a:r>
            <a:endParaRPr lang="en-US" altLang="ja-JP"/>
          </a:p>
          <a:p>
            <a:r>
              <a:rPr lang="ja-JP" altLang="en-US"/>
              <a:t>パフォーマンス低下</a:t>
            </a:r>
            <a:endParaRPr lang="en-US" altLang="ja-JP"/>
          </a:p>
          <a:p>
            <a:pPr lvl="1"/>
            <a:r>
              <a:rPr lang="en-US" altLang="ja-JP"/>
              <a:t>new/delete</a:t>
            </a:r>
            <a:r>
              <a:rPr lang="ja-JP" altLang="en-US"/>
              <a:t>の頻繁な呼び出しによる</a:t>
            </a:r>
            <a:r>
              <a:rPr lang="en-US" altLang="ja-JP"/>
              <a:t>CPU</a:t>
            </a:r>
            <a:r>
              <a:rPr lang="ja-JP" altLang="en-US"/>
              <a:t>負荷</a:t>
            </a:r>
            <a:endParaRPr lang="en-US" altLang="ja-JP"/>
          </a:p>
        </p:txBody>
      </p:sp>
      <p:sp>
        <p:nvSpPr>
          <p:cNvPr id="4" name="Slide Number Placeholder 3">
            <a:extLst>
              <a:ext uri="{FF2B5EF4-FFF2-40B4-BE49-F238E27FC236}">
                <a16:creationId xmlns:a16="http://schemas.microsoft.com/office/drawing/2014/main" id="{3C0FA03F-864F-31E1-D086-9ED39DE09B73}"/>
              </a:ext>
            </a:extLst>
          </p:cNvPr>
          <p:cNvSpPr>
            <a:spLocks noGrp="1"/>
          </p:cNvSpPr>
          <p:nvPr>
            <p:ph type="sldNum" sz="quarter" idx="12"/>
          </p:nvPr>
        </p:nvSpPr>
        <p:spPr/>
        <p:txBody>
          <a:bodyPr/>
          <a:lstStyle/>
          <a:p>
            <a:fld id="{68B08B9C-01A2-4A8A-8896-9ED971C9E681}" type="slidenum">
              <a:rPr lang="ja-JP" altLang="en-US" smtClean="0"/>
              <a:pPr/>
              <a:t>5</a:t>
            </a:fld>
            <a:endParaRPr lang="ja-JP" altLang="en-US"/>
          </a:p>
        </p:txBody>
      </p:sp>
    </p:spTree>
    <p:extLst>
      <p:ext uri="{BB962C8B-B14F-4D97-AF65-F5344CB8AC3E}">
        <p14:creationId xmlns:p14="http://schemas.microsoft.com/office/powerpoint/2010/main" val="870992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FF47D7-D5BD-BE10-6DC9-63C39D0E91DF}"/>
              </a:ext>
            </a:extLst>
          </p:cNvPr>
          <p:cNvSpPr>
            <a:spLocks noGrp="1"/>
          </p:cNvSpPr>
          <p:nvPr>
            <p:ph type="title"/>
          </p:nvPr>
        </p:nvSpPr>
        <p:spPr/>
        <p:txBody>
          <a:bodyPr/>
          <a:lstStyle/>
          <a:p>
            <a:r>
              <a:rPr lang="ja-JP" altLang="en-US" b="1"/>
              <a:t>オブジェクトプールの仕組み</a:t>
            </a:r>
            <a:endParaRPr kumimoji="1" lang="ja-JP" altLang="en-US"/>
          </a:p>
        </p:txBody>
      </p:sp>
      <p:sp>
        <p:nvSpPr>
          <p:cNvPr id="3" name="コンテンツ プレースホルダー 2">
            <a:extLst>
              <a:ext uri="{FF2B5EF4-FFF2-40B4-BE49-F238E27FC236}">
                <a16:creationId xmlns:a16="http://schemas.microsoft.com/office/drawing/2014/main" id="{36B0FCE5-18F8-1C43-7144-6E0F9390C880}"/>
              </a:ext>
            </a:extLst>
          </p:cNvPr>
          <p:cNvSpPr>
            <a:spLocks noGrp="1"/>
          </p:cNvSpPr>
          <p:nvPr>
            <p:ph idx="1"/>
          </p:nvPr>
        </p:nvSpPr>
        <p:spPr/>
        <p:txBody>
          <a:bodyPr>
            <a:normAutofit/>
          </a:bodyPr>
          <a:lstStyle/>
          <a:p>
            <a:r>
              <a:rPr lang="ja-JP" altLang="en-US" b="1"/>
              <a:t>初期化</a:t>
            </a:r>
            <a:endParaRPr lang="en-US" altLang="ja-JP" b="1"/>
          </a:p>
          <a:p>
            <a:pPr lvl="1"/>
            <a:r>
              <a:rPr lang="ja-JP" altLang="en-US" b="1"/>
              <a:t>ゲーム開始時にオブジェクトまとめて生成し、プールに格納</a:t>
            </a:r>
            <a:endParaRPr lang="en-US" altLang="ja-JP" b="1"/>
          </a:p>
          <a:p>
            <a:r>
              <a:rPr lang="ja-JP" altLang="en-US" b="1"/>
              <a:t>取得</a:t>
            </a:r>
            <a:endParaRPr lang="en-US" altLang="ja-JP" b="1"/>
          </a:p>
          <a:p>
            <a:pPr lvl="1"/>
            <a:r>
              <a:rPr lang="ja-JP" altLang="en-US" b="1"/>
              <a:t>必要になったらプールから未使用のオブジェクトを取得し、使用中としてマーク</a:t>
            </a:r>
            <a:endParaRPr lang="en-US" altLang="ja-JP" b="1"/>
          </a:p>
          <a:p>
            <a:r>
              <a:rPr lang="ja-JP" altLang="en-US" b="1"/>
              <a:t>使用</a:t>
            </a:r>
            <a:endParaRPr lang="en-US" altLang="ja-JP" b="1"/>
          </a:p>
          <a:p>
            <a:pPr lvl="1"/>
            <a:r>
              <a:rPr lang="ja-JP" altLang="en-US" b="1"/>
              <a:t>使用中のオブジェクトのみ更新・描画処理などを実行</a:t>
            </a:r>
            <a:endParaRPr lang="en-US" altLang="ja-JP" b="1"/>
          </a:p>
          <a:p>
            <a:r>
              <a:rPr lang="ja-JP" altLang="en-US" b="1"/>
              <a:t>返却</a:t>
            </a:r>
            <a:endParaRPr lang="en-US" altLang="ja-JP" b="1"/>
          </a:p>
          <a:p>
            <a:pPr lvl="1"/>
            <a:r>
              <a:rPr lang="ja-JP" altLang="en-US" b="1"/>
              <a:t>不要になったオブジェクトは使用済みフラグを</a:t>
            </a:r>
            <a:r>
              <a:rPr lang="en-US" altLang="ja-JP" b="1"/>
              <a:t>OFF</a:t>
            </a:r>
            <a:r>
              <a:rPr lang="ja-JP" altLang="en-US" b="1"/>
              <a:t>にしてプールに返却</a:t>
            </a:r>
            <a:endParaRPr lang="en-US" altLang="ja-JP" b="1"/>
          </a:p>
          <a:p>
            <a:r>
              <a:rPr lang="ja-JP" altLang="en-US" b="1"/>
              <a:t>再利用</a:t>
            </a:r>
            <a:endParaRPr lang="en-US" altLang="ja-JP" b="1"/>
          </a:p>
          <a:p>
            <a:pPr lvl="1"/>
            <a:r>
              <a:rPr lang="ja-JP" altLang="en-US" b="1"/>
              <a:t>返却されたオブジェクトは再び取得可能な状態に</a:t>
            </a:r>
            <a:endParaRPr lang="en-US" altLang="ja-JP" b="1"/>
          </a:p>
          <a:p>
            <a:endParaRPr lang="en-US" altLang="ja-JP" b="1"/>
          </a:p>
        </p:txBody>
      </p:sp>
      <p:sp>
        <p:nvSpPr>
          <p:cNvPr id="4" name="スライド番号プレースホルダー 3">
            <a:extLst>
              <a:ext uri="{FF2B5EF4-FFF2-40B4-BE49-F238E27FC236}">
                <a16:creationId xmlns:a16="http://schemas.microsoft.com/office/drawing/2014/main" id="{6C16AEF0-A134-86FD-69C9-56AB85B8A5D5}"/>
              </a:ext>
            </a:extLst>
          </p:cNvPr>
          <p:cNvSpPr>
            <a:spLocks noGrp="1"/>
          </p:cNvSpPr>
          <p:nvPr>
            <p:ph type="sldNum" sz="quarter" idx="12"/>
          </p:nvPr>
        </p:nvSpPr>
        <p:spPr/>
        <p:txBody>
          <a:bodyPr/>
          <a:lstStyle/>
          <a:p>
            <a:fld id="{68B08B9C-01A2-4A8A-8896-9ED971C9E681}" type="slidenum">
              <a:rPr lang="ja-JP" altLang="en-US" smtClean="0"/>
              <a:pPr/>
              <a:t>6</a:t>
            </a:fld>
            <a:endParaRPr lang="ja-JP" altLang="en-US"/>
          </a:p>
        </p:txBody>
      </p:sp>
    </p:spTree>
    <p:extLst>
      <p:ext uri="{BB962C8B-B14F-4D97-AF65-F5344CB8AC3E}">
        <p14:creationId xmlns:p14="http://schemas.microsoft.com/office/powerpoint/2010/main" val="1827771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7A90D5-5892-8E63-7E02-579AB5EFFE1B}"/>
              </a:ext>
            </a:extLst>
          </p:cNvPr>
          <p:cNvSpPr>
            <a:spLocks noGrp="1"/>
          </p:cNvSpPr>
          <p:nvPr>
            <p:ph type="title"/>
          </p:nvPr>
        </p:nvSpPr>
        <p:spPr/>
        <p:txBody>
          <a:bodyPr/>
          <a:lstStyle/>
          <a:p>
            <a:r>
              <a:rPr kumimoji="1" lang="ja-JP" altLang="en-US" b="1"/>
              <a:t>メリット</a:t>
            </a:r>
            <a:endParaRPr kumimoji="1" lang="ja-JP" altLang="en-US"/>
          </a:p>
        </p:txBody>
      </p:sp>
      <p:sp>
        <p:nvSpPr>
          <p:cNvPr id="3" name="コンテンツ プレースホルダー 2">
            <a:extLst>
              <a:ext uri="{FF2B5EF4-FFF2-40B4-BE49-F238E27FC236}">
                <a16:creationId xmlns:a16="http://schemas.microsoft.com/office/drawing/2014/main" id="{E44F8BF3-975B-8084-FE0F-1A6F1CBF6F84}"/>
              </a:ext>
            </a:extLst>
          </p:cNvPr>
          <p:cNvSpPr>
            <a:spLocks noGrp="1"/>
          </p:cNvSpPr>
          <p:nvPr>
            <p:ph idx="1"/>
          </p:nvPr>
        </p:nvSpPr>
        <p:spPr/>
        <p:txBody>
          <a:bodyPr>
            <a:normAutofit/>
          </a:bodyPr>
          <a:lstStyle/>
          <a:p>
            <a:r>
              <a:rPr lang="ja-JP" altLang="en-US" b="1"/>
              <a:t>メモリピーク値の固定化</a:t>
            </a:r>
            <a:endParaRPr lang="en-US" altLang="ja-JP" b="1"/>
          </a:p>
          <a:p>
            <a:pPr lvl="1"/>
            <a:r>
              <a:rPr lang="ja-JP" altLang="en-US" b="1"/>
              <a:t>最初にまとめて生成することで、メモリ使用量の予測が容易になる</a:t>
            </a:r>
            <a:endParaRPr lang="en-US" altLang="ja-JP" b="1"/>
          </a:p>
          <a:p>
            <a:r>
              <a:rPr lang="ja-JP" altLang="en-US" b="1"/>
              <a:t>処理速度の改善</a:t>
            </a:r>
            <a:endParaRPr lang="en-US" altLang="ja-JP" b="1"/>
          </a:p>
          <a:p>
            <a:pPr lvl="1"/>
            <a:r>
              <a:rPr lang="ja-JP" altLang="en-US" b="1"/>
              <a:t>オブジェクトの生成・破棄コストを削減し、パフォーマンスが向上</a:t>
            </a:r>
            <a:endParaRPr lang="en-US" altLang="ja-JP" b="1"/>
          </a:p>
          <a:p>
            <a:r>
              <a:rPr lang="ja-JP" altLang="en-US" b="1"/>
              <a:t>ワーストケースの予測</a:t>
            </a:r>
            <a:endParaRPr lang="en-US" altLang="ja-JP" b="1"/>
          </a:p>
          <a:p>
            <a:pPr lvl="1"/>
            <a:r>
              <a:rPr lang="ja-JP" altLang="en-US" b="1"/>
              <a:t>最大数を制限することで、最悪の状況でも安定した動作を保証</a:t>
            </a:r>
            <a:endParaRPr lang="en-US" altLang="ja-JP" b="1"/>
          </a:p>
          <a:p>
            <a:pPr lvl="2"/>
            <a:r>
              <a:rPr lang="ja-JP" altLang="en-US" b="1"/>
              <a:t>ただし、描画に限定するなど条件は存在する</a:t>
            </a:r>
            <a:endParaRPr lang="en-US" altLang="ja-JP" b="1"/>
          </a:p>
          <a:p>
            <a:pPr lvl="2"/>
            <a:r>
              <a:rPr lang="ja-JP" altLang="en-US" b="1"/>
              <a:t>弾丸や敵キャラクターを制限するとゲームの遊び方が変わる可能性がある</a:t>
            </a:r>
            <a:endParaRPr lang="en-US" altLang="ja-JP" b="1"/>
          </a:p>
          <a:p>
            <a:r>
              <a:rPr lang="ja-JP" altLang="en-US" b="1"/>
              <a:t>ゲームでの活用例</a:t>
            </a:r>
            <a:endParaRPr lang="en-US" altLang="ja-JP" b="1"/>
          </a:p>
          <a:p>
            <a:pPr lvl="1"/>
            <a:r>
              <a:rPr lang="ja-JP" altLang="en-US" sz="2200" b="1">
                <a:solidFill>
                  <a:schemeClr val="tx1"/>
                </a:solidFill>
                <a:latin typeface="Consolas" panose="020B0609020204030204" pitchFamily="49" charset="0"/>
                <a:cs typeface="Consolas" panose="020B0609020204030204" pitchFamily="49" charset="0"/>
              </a:rPr>
              <a:t>弾丸、パーティクル、敵キャラクターなど頻繁に生成・破棄が必要なオブジェクト</a:t>
            </a:r>
            <a:endParaRPr lang="en-US" altLang="ja-JP" sz="2200">
              <a:solidFill>
                <a:schemeClr val="tx1"/>
              </a:solidFill>
              <a:latin typeface="Consolas" panose="020B0609020204030204" pitchFamily="49" charset="0"/>
              <a:cs typeface="Consolas" panose="020B0609020204030204" pitchFamily="49" charset="0"/>
            </a:endParaRPr>
          </a:p>
        </p:txBody>
      </p:sp>
      <p:sp>
        <p:nvSpPr>
          <p:cNvPr id="4" name="スライド番号プレースホルダー 3">
            <a:extLst>
              <a:ext uri="{FF2B5EF4-FFF2-40B4-BE49-F238E27FC236}">
                <a16:creationId xmlns:a16="http://schemas.microsoft.com/office/drawing/2014/main" id="{9825F80C-B8F3-B839-8C78-4D7B1FB8D1B6}"/>
              </a:ext>
            </a:extLst>
          </p:cNvPr>
          <p:cNvSpPr>
            <a:spLocks noGrp="1"/>
          </p:cNvSpPr>
          <p:nvPr>
            <p:ph type="sldNum" sz="quarter" idx="12"/>
          </p:nvPr>
        </p:nvSpPr>
        <p:spPr/>
        <p:txBody>
          <a:bodyPr/>
          <a:lstStyle/>
          <a:p>
            <a:fld id="{68B08B9C-01A2-4A8A-8896-9ED971C9E681}" type="slidenum">
              <a:rPr lang="ja-JP" altLang="en-US" smtClean="0"/>
              <a:pPr/>
              <a:t>7</a:t>
            </a:fld>
            <a:endParaRPr lang="ja-JP" altLang="en-US"/>
          </a:p>
        </p:txBody>
      </p:sp>
    </p:spTree>
    <p:extLst>
      <p:ext uri="{BB962C8B-B14F-4D97-AF65-F5344CB8AC3E}">
        <p14:creationId xmlns:p14="http://schemas.microsoft.com/office/powerpoint/2010/main" val="2859145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389C2D-DB66-9FA5-72C8-9D9DC0FDCFAB}"/>
              </a:ext>
            </a:extLst>
          </p:cNvPr>
          <p:cNvSpPr>
            <a:spLocks noGrp="1"/>
          </p:cNvSpPr>
          <p:nvPr>
            <p:ph type="title"/>
          </p:nvPr>
        </p:nvSpPr>
        <p:spPr/>
        <p:txBody>
          <a:bodyPr/>
          <a:lstStyle/>
          <a:p>
            <a:r>
              <a:rPr kumimoji="1" lang="ja-JP" altLang="en-US"/>
              <a:t>メモリーレイアウト</a:t>
            </a:r>
          </a:p>
        </p:txBody>
      </p:sp>
      <p:pic>
        <p:nvPicPr>
          <p:cNvPr id="6" name="コンテンツ プレースホルダー 5">
            <a:extLst>
              <a:ext uri="{FF2B5EF4-FFF2-40B4-BE49-F238E27FC236}">
                <a16:creationId xmlns:a16="http://schemas.microsoft.com/office/drawing/2014/main" id="{D27E56CE-2AC4-B420-B942-F97E70C27D86}"/>
              </a:ext>
            </a:extLst>
          </p:cNvPr>
          <p:cNvPicPr>
            <a:picLocks noGrp="1" noChangeAspect="1"/>
          </p:cNvPicPr>
          <p:nvPr>
            <p:ph idx="1"/>
          </p:nvPr>
        </p:nvPicPr>
        <p:blipFill>
          <a:blip r:embed="rId2"/>
          <a:stretch>
            <a:fillRect/>
          </a:stretch>
        </p:blipFill>
        <p:spPr>
          <a:xfrm>
            <a:off x="2714625" y="1562100"/>
            <a:ext cx="6762750" cy="4508500"/>
          </a:xfrm>
          <a:prstGeom prst="rect">
            <a:avLst/>
          </a:prstGeom>
        </p:spPr>
      </p:pic>
      <p:sp>
        <p:nvSpPr>
          <p:cNvPr id="4" name="スライド番号プレースホルダー 3">
            <a:extLst>
              <a:ext uri="{FF2B5EF4-FFF2-40B4-BE49-F238E27FC236}">
                <a16:creationId xmlns:a16="http://schemas.microsoft.com/office/drawing/2014/main" id="{4CD5167A-8429-B7B9-AA6F-D81077F3F515}"/>
              </a:ext>
            </a:extLst>
          </p:cNvPr>
          <p:cNvSpPr>
            <a:spLocks noGrp="1"/>
          </p:cNvSpPr>
          <p:nvPr>
            <p:ph type="sldNum" sz="quarter" idx="12"/>
          </p:nvPr>
        </p:nvSpPr>
        <p:spPr/>
        <p:txBody>
          <a:bodyPr/>
          <a:lstStyle/>
          <a:p>
            <a:fld id="{68B08B9C-01A2-4A8A-8896-9ED971C9E681}" type="slidenum">
              <a:rPr lang="ja-JP" altLang="en-US" smtClean="0"/>
              <a:pPr/>
              <a:t>8</a:t>
            </a:fld>
            <a:endParaRPr lang="ja-JP" altLang="en-US"/>
          </a:p>
        </p:txBody>
      </p:sp>
    </p:spTree>
    <p:extLst>
      <p:ext uri="{BB962C8B-B14F-4D97-AF65-F5344CB8AC3E}">
        <p14:creationId xmlns:p14="http://schemas.microsoft.com/office/powerpoint/2010/main" val="2346563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98B26-713B-EF8F-70FD-1EFB67A0FA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249267C-4E97-C06C-D50F-FF4608436F16}"/>
              </a:ext>
            </a:extLst>
          </p:cNvPr>
          <p:cNvSpPr>
            <a:spLocks noGrp="1"/>
          </p:cNvSpPr>
          <p:nvPr>
            <p:ph type="title"/>
          </p:nvPr>
        </p:nvSpPr>
        <p:spPr/>
        <p:txBody>
          <a:bodyPr/>
          <a:lstStyle/>
          <a:p>
            <a:r>
              <a:rPr lang="ja-JP" altLang="en-US" b="1"/>
              <a:t>デメリット</a:t>
            </a:r>
            <a:endParaRPr kumimoji="1" lang="ja-JP" altLang="en-US"/>
          </a:p>
        </p:txBody>
      </p:sp>
      <p:sp>
        <p:nvSpPr>
          <p:cNvPr id="3" name="コンテンツ プレースホルダー 2">
            <a:extLst>
              <a:ext uri="{FF2B5EF4-FFF2-40B4-BE49-F238E27FC236}">
                <a16:creationId xmlns:a16="http://schemas.microsoft.com/office/drawing/2014/main" id="{D52AA7DE-31F0-EE02-4E76-3507665E0DDF}"/>
              </a:ext>
            </a:extLst>
          </p:cNvPr>
          <p:cNvSpPr>
            <a:spLocks noGrp="1"/>
          </p:cNvSpPr>
          <p:nvPr>
            <p:ph idx="1"/>
          </p:nvPr>
        </p:nvSpPr>
        <p:spPr/>
        <p:txBody>
          <a:bodyPr>
            <a:normAutofit/>
          </a:bodyPr>
          <a:lstStyle/>
          <a:p>
            <a:r>
              <a:rPr lang="ja-JP" altLang="en-US" b="1"/>
              <a:t>手動でメモリ管理</a:t>
            </a:r>
            <a:endParaRPr lang="en-US" altLang="ja-JP" b="1"/>
          </a:p>
          <a:p>
            <a:pPr lvl="1"/>
            <a:r>
              <a:rPr lang="ja-JP" altLang="en-US" b="1"/>
              <a:t>自分で生成と破棄を管理する必要があり、実装が複雑化する</a:t>
            </a:r>
            <a:endParaRPr lang="en-US" altLang="ja-JP" b="1"/>
          </a:p>
          <a:p>
            <a:r>
              <a:rPr lang="ja-JP" altLang="en-US" b="1"/>
              <a:t>最大数の制限</a:t>
            </a:r>
            <a:endParaRPr lang="en-US" altLang="ja-JP" b="1"/>
          </a:p>
          <a:p>
            <a:pPr lvl="1"/>
            <a:r>
              <a:rPr lang="ja-JP" altLang="en-US" b="1"/>
              <a:t>動的に最大数を増やせないので、予測が難しい状況に対応しづらい</a:t>
            </a:r>
            <a:endParaRPr lang="en-US" altLang="ja-JP" b="1"/>
          </a:p>
          <a:p>
            <a:r>
              <a:rPr lang="ja-JP" altLang="en-US" b="1"/>
              <a:t>未使用メモリの存在</a:t>
            </a:r>
            <a:endParaRPr lang="en-US" altLang="ja-JP" b="1"/>
          </a:p>
          <a:p>
            <a:pPr lvl="1"/>
            <a:r>
              <a:rPr lang="ja-JP" altLang="en-US" b="1"/>
              <a:t>使用されないオブジェクト用のメモリが確保されたままになる可能性がある</a:t>
            </a:r>
            <a:endParaRPr lang="en-US" altLang="ja-JP" b="1"/>
          </a:p>
          <a:p>
            <a:r>
              <a:rPr lang="ja-JP" altLang="en-US" b="1"/>
              <a:t>オブジェクトの状態管理</a:t>
            </a:r>
            <a:endParaRPr lang="en-US" altLang="ja-JP" b="1"/>
          </a:p>
          <a:p>
            <a:pPr lvl="1"/>
            <a:r>
              <a:rPr lang="ja-JP" altLang="en-US" b="1"/>
              <a:t>再利用時に前の状態が残らないよう、適切な初期化が必要</a:t>
            </a:r>
            <a:endParaRPr lang="en-US" altLang="ja-JP" b="1"/>
          </a:p>
        </p:txBody>
      </p:sp>
      <p:sp>
        <p:nvSpPr>
          <p:cNvPr id="4" name="スライド番号プレースホルダー 3">
            <a:extLst>
              <a:ext uri="{FF2B5EF4-FFF2-40B4-BE49-F238E27FC236}">
                <a16:creationId xmlns:a16="http://schemas.microsoft.com/office/drawing/2014/main" id="{8EBD3545-1AB0-2A03-DE30-EF2DAB06330B}"/>
              </a:ext>
            </a:extLst>
          </p:cNvPr>
          <p:cNvSpPr>
            <a:spLocks noGrp="1"/>
          </p:cNvSpPr>
          <p:nvPr>
            <p:ph type="sldNum" sz="quarter" idx="12"/>
          </p:nvPr>
        </p:nvSpPr>
        <p:spPr/>
        <p:txBody>
          <a:bodyPr/>
          <a:lstStyle/>
          <a:p>
            <a:fld id="{68B08B9C-01A2-4A8A-8896-9ED971C9E681}" type="slidenum">
              <a:rPr lang="ja-JP" altLang="en-US" smtClean="0"/>
              <a:pPr/>
              <a:t>9</a:t>
            </a:fld>
            <a:endParaRPr lang="ja-JP" altLang="en-US"/>
          </a:p>
        </p:txBody>
      </p:sp>
    </p:spTree>
    <p:extLst>
      <p:ext uri="{BB962C8B-B14F-4D97-AF65-F5344CB8AC3E}">
        <p14:creationId xmlns:p14="http://schemas.microsoft.com/office/powerpoint/2010/main" val="3810778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355A6-DB83-2650-EE4B-DCF46A9B6A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05D579A-E980-7215-AC4B-6FFAE05EC675}"/>
              </a:ext>
            </a:extLst>
          </p:cNvPr>
          <p:cNvSpPr>
            <a:spLocks noGrp="1"/>
          </p:cNvSpPr>
          <p:nvPr>
            <p:ph type="title"/>
          </p:nvPr>
        </p:nvSpPr>
        <p:spPr/>
        <p:txBody>
          <a:bodyPr/>
          <a:lstStyle/>
          <a:p>
            <a:r>
              <a:rPr lang="ja-JP" altLang="en-US" b="1"/>
              <a:t>デメリット</a:t>
            </a:r>
            <a:endParaRPr kumimoji="1" lang="ja-JP" altLang="en-US"/>
          </a:p>
        </p:txBody>
      </p:sp>
      <p:sp>
        <p:nvSpPr>
          <p:cNvPr id="3" name="コンテンツ プレースホルダー 2">
            <a:extLst>
              <a:ext uri="{FF2B5EF4-FFF2-40B4-BE49-F238E27FC236}">
                <a16:creationId xmlns:a16="http://schemas.microsoft.com/office/drawing/2014/main" id="{F95347C5-D8EA-97DF-04DF-AD3B5A7E92B1}"/>
              </a:ext>
            </a:extLst>
          </p:cNvPr>
          <p:cNvSpPr>
            <a:spLocks noGrp="1"/>
          </p:cNvSpPr>
          <p:nvPr>
            <p:ph idx="1"/>
          </p:nvPr>
        </p:nvSpPr>
        <p:spPr/>
        <p:txBody>
          <a:bodyPr>
            <a:normAutofit/>
          </a:bodyPr>
          <a:lstStyle/>
          <a:p>
            <a:r>
              <a:rPr lang="ja-JP" altLang="en-US" b="1"/>
              <a:t>手動でメモリ管理</a:t>
            </a:r>
            <a:endParaRPr lang="en-US" altLang="ja-JP" b="1"/>
          </a:p>
          <a:p>
            <a:pPr lvl="1"/>
            <a:r>
              <a:rPr lang="ja-JP" altLang="en-US" b="1"/>
              <a:t>自分で生成と破棄を管理する必要があり、実装が複雑化する</a:t>
            </a:r>
            <a:endParaRPr lang="en-US" altLang="ja-JP" b="1"/>
          </a:p>
          <a:p>
            <a:r>
              <a:rPr lang="ja-JP" altLang="en-US" b="1"/>
              <a:t>最大数の制限</a:t>
            </a:r>
            <a:endParaRPr lang="en-US" altLang="ja-JP" b="1"/>
          </a:p>
          <a:p>
            <a:pPr lvl="1"/>
            <a:r>
              <a:rPr lang="ja-JP" altLang="en-US" b="1"/>
              <a:t>動的に最大数を増やせないので、予測が難しい状況に対応しづらい</a:t>
            </a:r>
            <a:endParaRPr lang="en-US" altLang="ja-JP" b="1"/>
          </a:p>
          <a:p>
            <a:r>
              <a:rPr lang="ja-JP" altLang="en-US" b="1"/>
              <a:t>未使用メモリの存在</a:t>
            </a:r>
            <a:endParaRPr lang="en-US" altLang="ja-JP" b="1"/>
          </a:p>
          <a:p>
            <a:pPr lvl="1"/>
            <a:r>
              <a:rPr lang="ja-JP" altLang="en-US" b="1"/>
              <a:t>使用されないオブジェクト用のメモリが確保されたままになる可能性がある</a:t>
            </a:r>
            <a:endParaRPr lang="en-US" altLang="ja-JP" b="1"/>
          </a:p>
        </p:txBody>
      </p:sp>
      <p:sp>
        <p:nvSpPr>
          <p:cNvPr id="4" name="スライド番号プレースホルダー 3">
            <a:extLst>
              <a:ext uri="{FF2B5EF4-FFF2-40B4-BE49-F238E27FC236}">
                <a16:creationId xmlns:a16="http://schemas.microsoft.com/office/drawing/2014/main" id="{6011AFF5-6CD6-E105-A83A-6CDF8D9FC81C}"/>
              </a:ext>
            </a:extLst>
          </p:cNvPr>
          <p:cNvSpPr>
            <a:spLocks noGrp="1"/>
          </p:cNvSpPr>
          <p:nvPr>
            <p:ph type="sldNum" sz="quarter" idx="12"/>
          </p:nvPr>
        </p:nvSpPr>
        <p:spPr/>
        <p:txBody>
          <a:bodyPr/>
          <a:lstStyle/>
          <a:p>
            <a:fld id="{68B08B9C-01A2-4A8A-8896-9ED971C9E681}" type="slidenum">
              <a:rPr lang="ja-JP" altLang="en-US" smtClean="0"/>
              <a:pPr/>
              <a:t>10</a:t>
            </a:fld>
            <a:endParaRPr lang="ja-JP" altLang="en-US"/>
          </a:p>
        </p:txBody>
      </p:sp>
    </p:spTree>
    <p:extLst>
      <p:ext uri="{BB962C8B-B14F-4D97-AF65-F5344CB8AC3E}">
        <p14:creationId xmlns:p14="http://schemas.microsoft.com/office/powerpoint/2010/main" val="739220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AFB6F6-11EE-A6B4-1E4F-46755E3CB406}"/>
              </a:ext>
            </a:extLst>
          </p:cNvPr>
          <p:cNvSpPr>
            <a:spLocks noGrp="1"/>
          </p:cNvSpPr>
          <p:nvPr>
            <p:ph type="title"/>
          </p:nvPr>
        </p:nvSpPr>
        <p:spPr>
          <a:xfrm>
            <a:off x="584244" y="280149"/>
            <a:ext cx="11023511" cy="852912"/>
          </a:xfrm>
        </p:spPr>
        <p:txBody>
          <a:bodyPr/>
          <a:lstStyle/>
          <a:p>
            <a:r>
              <a:rPr kumimoji="1" lang="en-US" altLang="ja-JP" err="1">
                <a:latin typeface="Consolas" panose="020B0609020204030204" pitchFamily="49" charset="0"/>
              </a:rPr>
              <a:t>PoolHandle</a:t>
            </a:r>
            <a:endParaRPr kumimoji="1" lang="ja-JP" altLang="en-US">
              <a:latin typeface="Consolas" panose="020B0609020204030204" pitchFamily="49" charset="0"/>
            </a:endParaRPr>
          </a:p>
        </p:txBody>
      </p:sp>
      <p:sp>
        <p:nvSpPr>
          <p:cNvPr id="3" name="コンテンツ プレースホルダー 2">
            <a:extLst>
              <a:ext uri="{FF2B5EF4-FFF2-40B4-BE49-F238E27FC236}">
                <a16:creationId xmlns:a16="http://schemas.microsoft.com/office/drawing/2014/main" id="{B05A3A6B-1A8F-6EBB-97DA-DE7DD0F4CBFE}"/>
              </a:ext>
            </a:extLst>
          </p:cNvPr>
          <p:cNvSpPr>
            <a:spLocks noGrp="1"/>
          </p:cNvSpPr>
          <p:nvPr>
            <p:ph idx="1"/>
          </p:nvPr>
        </p:nvSpPr>
        <p:spPr>
          <a:xfrm>
            <a:off x="584245" y="1003853"/>
            <a:ext cx="11023511" cy="5067248"/>
          </a:xfrm>
        </p:spPr>
        <p:txBody>
          <a:bodyPr>
            <a:noAutofit/>
          </a:bodyPr>
          <a:lstStyle/>
          <a:p>
            <a:pPr marL="0" indent="0">
              <a:buNone/>
            </a:pPr>
            <a:r>
              <a:rPr kumimoji="1" lang="en-US" altLang="ja-JP" sz="1200">
                <a:solidFill>
                  <a:schemeClr val="tx1"/>
                </a:solidFill>
                <a:latin typeface="Consolas" panose="020B0609020204030204" pitchFamily="49" charset="0"/>
              </a:rPr>
              <a:t>#pragma once</a:t>
            </a:r>
            <a:br>
              <a:rPr kumimoji="1" lang="en-US" altLang="ja-JP" sz="1200">
                <a:solidFill>
                  <a:schemeClr val="tx1"/>
                </a:solidFill>
                <a:latin typeface="Consolas" panose="020B0609020204030204" pitchFamily="49" charset="0"/>
              </a:rPr>
            </a:b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template &lt;</a:t>
            </a:r>
            <a:r>
              <a:rPr kumimoji="1" lang="en-US" altLang="ja-JP" sz="1200" err="1">
                <a:solidFill>
                  <a:schemeClr val="tx1"/>
                </a:solidFill>
                <a:latin typeface="Consolas" panose="020B0609020204030204" pitchFamily="49" charset="0"/>
              </a:rPr>
              <a:t>typename</a:t>
            </a:r>
            <a:r>
              <a:rPr kumimoji="1" lang="en-US" altLang="ja-JP" sz="1200">
                <a:solidFill>
                  <a:schemeClr val="tx1"/>
                </a:solidFill>
                <a:latin typeface="Consolas" panose="020B0609020204030204" pitchFamily="49" charset="0"/>
              </a:rPr>
              <a:t> T&gt;</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class </a:t>
            </a:r>
            <a:r>
              <a:rPr kumimoji="1" lang="en-US" altLang="ja-JP" sz="1200" err="1">
                <a:solidFill>
                  <a:schemeClr val="tx1"/>
                </a:solidFill>
                <a:latin typeface="Consolas" panose="020B0609020204030204" pitchFamily="49" charset="0"/>
              </a:rPr>
              <a:t>ObjectPool</a:t>
            </a:r>
            <a:r>
              <a:rPr kumimoji="1" lang="en-US" altLang="ja-JP" sz="1200">
                <a:solidFill>
                  <a:schemeClr val="tx1"/>
                </a:solidFill>
                <a:latin typeface="Consolas" panose="020B0609020204030204" pitchFamily="49" charset="0"/>
              </a:rPr>
              <a:t>;</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template &lt;</a:t>
            </a:r>
            <a:r>
              <a:rPr kumimoji="1" lang="en-US" altLang="ja-JP" sz="1200" err="1">
                <a:solidFill>
                  <a:schemeClr val="tx1"/>
                </a:solidFill>
                <a:latin typeface="Consolas" panose="020B0609020204030204" pitchFamily="49" charset="0"/>
              </a:rPr>
              <a:t>typename</a:t>
            </a:r>
            <a:r>
              <a:rPr kumimoji="1" lang="en-US" altLang="ja-JP" sz="1200">
                <a:solidFill>
                  <a:schemeClr val="tx1"/>
                </a:solidFill>
                <a:latin typeface="Consolas" panose="020B0609020204030204" pitchFamily="49" charset="0"/>
              </a:rPr>
              <a:t> T&gt;</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class </a:t>
            </a:r>
            <a:r>
              <a:rPr kumimoji="1" lang="en-US" altLang="ja-JP" sz="1200" err="1">
                <a:solidFill>
                  <a:schemeClr val="tx1"/>
                </a:solidFill>
                <a:latin typeface="Consolas" panose="020B0609020204030204" pitchFamily="49" charset="0"/>
              </a:rPr>
              <a:t>PoolHandle</a:t>
            </a:r>
            <a:br>
              <a:rPr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a:t>
            </a:r>
            <a:br>
              <a:rPr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friend class </a:t>
            </a:r>
            <a:r>
              <a:rPr kumimoji="1" lang="en-US" altLang="ja-JP" sz="1200" err="1">
                <a:solidFill>
                  <a:schemeClr val="tx1"/>
                </a:solidFill>
                <a:latin typeface="Consolas" panose="020B0609020204030204" pitchFamily="49" charset="0"/>
              </a:rPr>
              <a:t>ObjectPool</a:t>
            </a:r>
            <a:r>
              <a:rPr kumimoji="1" lang="en-US" altLang="ja-JP" sz="1200">
                <a:solidFill>
                  <a:schemeClr val="tx1"/>
                </a:solidFill>
                <a:latin typeface="Consolas" panose="020B0609020204030204" pitchFamily="49" charset="0"/>
              </a:rPr>
              <a:t>&lt;T&gt;;</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private:</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explicit </a:t>
            </a:r>
            <a:r>
              <a:rPr kumimoji="1" lang="en-US" altLang="ja-JP" sz="1200" err="1">
                <a:solidFill>
                  <a:schemeClr val="tx1"/>
                </a:solidFill>
                <a:latin typeface="Consolas" panose="020B0609020204030204" pitchFamily="49" charset="0"/>
              </a:rPr>
              <a:t>PoolHandle</a:t>
            </a:r>
            <a:r>
              <a:rPr kumimoji="1" lang="en-US" altLang="ja-JP" sz="1200">
                <a:solidFill>
                  <a:schemeClr val="tx1"/>
                </a:solidFill>
                <a:latin typeface="Consolas" panose="020B0609020204030204" pitchFamily="49" charset="0"/>
              </a:rPr>
              <a:t>(T* obj, </a:t>
            </a:r>
            <a:r>
              <a:rPr kumimoji="1" lang="en-US" altLang="ja-JP" sz="1200" err="1">
                <a:solidFill>
                  <a:schemeClr val="tx1"/>
                </a:solidFill>
                <a:latin typeface="Consolas" panose="020B0609020204030204" pitchFamily="49" charset="0"/>
              </a:rPr>
              <a:t>ObjectPool</a:t>
            </a:r>
            <a:r>
              <a:rPr kumimoji="1" lang="en-US" altLang="ja-JP" sz="1200">
                <a:solidFill>
                  <a:schemeClr val="tx1"/>
                </a:solidFill>
                <a:latin typeface="Consolas" panose="020B0609020204030204" pitchFamily="49" charset="0"/>
              </a:rPr>
              <a:t>&lt;T&gt;* pool)</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 obj_(obj), pool_(pool) {}</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public:</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a:t>
            </a:r>
            <a:r>
              <a:rPr kumimoji="1" lang="en-US" altLang="ja-JP" sz="1200" err="1">
                <a:solidFill>
                  <a:schemeClr val="tx1"/>
                </a:solidFill>
                <a:latin typeface="Consolas" panose="020B0609020204030204" pitchFamily="49" charset="0"/>
              </a:rPr>
              <a:t>PoolHandle</a:t>
            </a:r>
            <a:r>
              <a:rPr kumimoji="1" lang="en-US" altLang="ja-JP" sz="1200">
                <a:solidFill>
                  <a:schemeClr val="tx1"/>
                </a:solidFill>
                <a:latin typeface="Consolas" panose="020B0609020204030204" pitchFamily="49" charset="0"/>
              </a:rPr>
              <a:t>(const </a:t>
            </a:r>
            <a:r>
              <a:rPr kumimoji="1" lang="en-US" altLang="ja-JP" sz="1200" err="1">
                <a:solidFill>
                  <a:schemeClr val="tx1"/>
                </a:solidFill>
                <a:latin typeface="Consolas" panose="020B0609020204030204" pitchFamily="49" charset="0"/>
              </a:rPr>
              <a:t>PoolHandle</a:t>
            </a:r>
            <a:r>
              <a:rPr kumimoji="1" lang="en-US" altLang="ja-JP" sz="1200">
                <a:solidFill>
                  <a:schemeClr val="tx1"/>
                </a:solidFill>
                <a:latin typeface="Consolas" panose="020B0609020204030204" pitchFamily="49" charset="0"/>
              </a:rPr>
              <a:t>&amp;) = delete;</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a:t>
            </a:r>
            <a:r>
              <a:rPr kumimoji="1" lang="en-US" altLang="ja-JP" sz="1200" err="1">
                <a:solidFill>
                  <a:schemeClr val="tx1"/>
                </a:solidFill>
                <a:latin typeface="Consolas" panose="020B0609020204030204" pitchFamily="49" charset="0"/>
              </a:rPr>
              <a:t>PoolHandle</a:t>
            </a:r>
            <a:r>
              <a:rPr kumimoji="1" lang="en-US" altLang="ja-JP" sz="1200">
                <a:solidFill>
                  <a:schemeClr val="tx1"/>
                </a:solidFill>
                <a:latin typeface="Consolas" panose="020B0609020204030204" pitchFamily="49" charset="0"/>
              </a:rPr>
              <a:t>&amp; operator=(const </a:t>
            </a:r>
            <a:r>
              <a:rPr kumimoji="1" lang="en-US" altLang="ja-JP" sz="1200" err="1">
                <a:solidFill>
                  <a:schemeClr val="tx1"/>
                </a:solidFill>
                <a:latin typeface="Consolas" panose="020B0609020204030204" pitchFamily="49" charset="0"/>
              </a:rPr>
              <a:t>PoolHandle</a:t>
            </a:r>
            <a:r>
              <a:rPr kumimoji="1" lang="en-US" altLang="ja-JP" sz="1200">
                <a:solidFill>
                  <a:schemeClr val="tx1"/>
                </a:solidFill>
                <a:latin typeface="Consolas" panose="020B0609020204030204" pitchFamily="49" charset="0"/>
              </a:rPr>
              <a:t>&amp;) = delete;</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a:t>
            </a:r>
            <a:r>
              <a:rPr kumimoji="1" lang="en-US" altLang="ja-JP" sz="1200" err="1">
                <a:solidFill>
                  <a:schemeClr val="tx1"/>
                </a:solidFill>
                <a:latin typeface="Consolas" panose="020B0609020204030204" pitchFamily="49" charset="0"/>
              </a:rPr>
              <a:t>PoolHandle</a:t>
            </a:r>
            <a:r>
              <a:rPr kumimoji="1" lang="en-US" altLang="ja-JP" sz="1200">
                <a:solidFill>
                  <a:schemeClr val="tx1"/>
                </a:solidFill>
                <a:latin typeface="Consolas" panose="020B0609020204030204" pitchFamily="49" charset="0"/>
              </a:rPr>
              <a:t>(</a:t>
            </a:r>
            <a:r>
              <a:rPr kumimoji="1" lang="en-US" altLang="ja-JP" sz="1200" err="1">
                <a:solidFill>
                  <a:schemeClr val="tx1"/>
                </a:solidFill>
                <a:latin typeface="Consolas" panose="020B0609020204030204" pitchFamily="49" charset="0"/>
              </a:rPr>
              <a:t>PoolHandle</a:t>
            </a:r>
            <a:r>
              <a:rPr kumimoji="1" lang="en-US" altLang="ja-JP" sz="1200">
                <a:solidFill>
                  <a:schemeClr val="tx1"/>
                </a:solidFill>
                <a:latin typeface="Consolas" panose="020B0609020204030204" pitchFamily="49" charset="0"/>
              </a:rPr>
              <a:t>&amp;&amp; other) </a:t>
            </a:r>
            <a:r>
              <a:rPr kumimoji="1" lang="en-US" altLang="ja-JP" sz="1200" err="1">
                <a:solidFill>
                  <a:schemeClr val="tx1"/>
                </a:solidFill>
                <a:latin typeface="Consolas" panose="020B0609020204030204" pitchFamily="49" charset="0"/>
              </a:rPr>
              <a:t>noexcept</a:t>
            </a:r>
            <a:br>
              <a:rPr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 obj_(other.obj_), pool_(</a:t>
            </a:r>
            <a:r>
              <a:rPr kumimoji="1" lang="en-US" altLang="ja-JP" sz="1200" err="1">
                <a:solidFill>
                  <a:schemeClr val="tx1"/>
                </a:solidFill>
                <a:latin typeface="Consolas" panose="020B0609020204030204" pitchFamily="49" charset="0"/>
              </a:rPr>
              <a:t>other.pool</a:t>
            </a:r>
            <a:r>
              <a:rPr kumimoji="1" lang="en-US" altLang="ja-JP" sz="1200">
                <a:solidFill>
                  <a:schemeClr val="tx1"/>
                </a:solidFill>
                <a:latin typeface="Consolas" panose="020B0609020204030204" pitchFamily="49" charset="0"/>
              </a:rPr>
              <a:t>_)</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other.obj_ = </a:t>
            </a:r>
            <a:r>
              <a:rPr kumimoji="1" lang="en-US" altLang="ja-JP" sz="1200" err="1">
                <a:solidFill>
                  <a:schemeClr val="tx1"/>
                </a:solidFill>
                <a:latin typeface="Consolas" panose="020B0609020204030204" pitchFamily="49" charset="0"/>
              </a:rPr>
              <a:t>nullptr</a:t>
            </a:r>
            <a:r>
              <a:rPr kumimoji="1" lang="en-US" altLang="ja-JP" sz="1200">
                <a:solidFill>
                  <a:schemeClr val="tx1"/>
                </a:solidFill>
                <a:latin typeface="Consolas" panose="020B0609020204030204" pitchFamily="49" charset="0"/>
              </a:rPr>
              <a:t>;</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a:t>
            </a:r>
            <a:r>
              <a:rPr kumimoji="1" lang="en-US" altLang="ja-JP" sz="1200" err="1">
                <a:solidFill>
                  <a:schemeClr val="tx1"/>
                </a:solidFill>
                <a:latin typeface="Consolas" panose="020B0609020204030204" pitchFamily="49" charset="0"/>
              </a:rPr>
              <a:t>other.pool</a:t>
            </a:r>
            <a:r>
              <a:rPr kumimoji="1" lang="en-US" altLang="ja-JP" sz="1200">
                <a:solidFill>
                  <a:schemeClr val="tx1"/>
                </a:solidFill>
                <a:latin typeface="Consolas" panose="020B0609020204030204" pitchFamily="49" charset="0"/>
              </a:rPr>
              <a:t>_ = </a:t>
            </a:r>
            <a:r>
              <a:rPr kumimoji="1" lang="en-US" altLang="ja-JP" sz="1200" err="1">
                <a:solidFill>
                  <a:schemeClr val="tx1"/>
                </a:solidFill>
                <a:latin typeface="Consolas" panose="020B0609020204030204" pitchFamily="49" charset="0"/>
              </a:rPr>
              <a:t>nullptr</a:t>
            </a:r>
            <a:r>
              <a:rPr kumimoji="1" lang="en-US" altLang="ja-JP" sz="1200">
                <a:solidFill>
                  <a:schemeClr val="tx1"/>
                </a:solidFill>
                <a:latin typeface="Consolas" panose="020B0609020204030204" pitchFamily="49" charset="0"/>
              </a:rPr>
              <a:t>;</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a:t>
            </a:r>
            <a:r>
              <a:rPr kumimoji="1" lang="en-US" altLang="ja-JP" sz="1200" err="1">
                <a:solidFill>
                  <a:schemeClr val="tx1"/>
                </a:solidFill>
                <a:latin typeface="Consolas" panose="020B0609020204030204" pitchFamily="49" charset="0"/>
              </a:rPr>
              <a:t>PoolHandle</a:t>
            </a:r>
            <a:r>
              <a:rPr kumimoji="1" lang="en-US" altLang="ja-JP" sz="1200">
                <a:solidFill>
                  <a:schemeClr val="tx1"/>
                </a:solidFill>
                <a:latin typeface="Consolas" panose="020B0609020204030204" pitchFamily="49" charset="0"/>
              </a:rPr>
              <a:t>&amp; operator=(</a:t>
            </a:r>
            <a:r>
              <a:rPr kumimoji="1" lang="en-US" altLang="ja-JP" sz="1200" err="1">
                <a:solidFill>
                  <a:schemeClr val="tx1"/>
                </a:solidFill>
                <a:latin typeface="Consolas" panose="020B0609020204030204" pitchFamily="49" charset="0"/>
              </a:rPr>
              <a:t>PoolHandle</a:t>
            </a:r>
            <a:r>
              <a:rPr kumimoji="1" lang="en-US" altLang="ja-JP" sz="1200">
                <a:solidFill>
                  <a:schemeClr val="tx1"/>
                </a:solidFill>
                <a:latin typeface="Consolas" panose="020B0609020204030204" pitchFamily="49" charset="0"/>
              </a:rPr>
              <a:t>&amp;&amp;) = delete;</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a:t>
            </a:r>
            <a:r>
              <a:rPr kumimoji="1" lang="en-US" altLang="ja-JP" sz="1200" err="1">
                <a:solidFill>
                  <a:schemeClr val="tx1"/>
                </a:solidFill>
                <a:latin typeface="Consolas" panose="020B0609020204030204" pitchFamily="49" charset="0"/>
              </a:rPr>
              <a:t>PoolHandle</a:t>
            </a:r>
            <a:r>
              <a:rPr kumimoji="1" lang="en-US" altLang="ja-JP" sz="1200">
                <a:solidFill>
                  <a:schemeClr val="tx1"/>
                </a:solidFill>
                <a:latin typeface="Consolas" panose="020B0609020204030204" pitchFamily="49" charset="0"/>
              </a:rPr>
              <a:t>();</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T* operator-&gt;() { return obj_; }</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const T* operator-&gt;() const { return obj_; }</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T&amp; operator*() { return *obj_; }</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const T&amp; operator*() const { return *obj_; }</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private:</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T* obj_ = </a:t>
            </a:r>
            <a:r>
              <a:rPr kumimoji="1" lang="en-US" altLang="ja-JP" sz="1200" err="1">
                <a:solidFill>
                  <a:schemeClr val="tx1"/>
                </a:solidFill>
                <a:latin typeface="Consolas" panose="020B0609020204030204" pitchFamily="49" charset="0"/>
              </a:rPr>
              <a:t>nullptr</a:t>
            </a:r>
            <a:r>
              <a:rPr kumimoji="1" lang="en-US" altLang="ja-JP" sz="1200">
                <a:solidFill>
                  <a:schemeClr val="tx1"/>
                </a:solidFill>
                <a:latin typeface="Consolas" panose="020B0609020204030204" pitchFamily="49" charset="0"/>
              </a:rPr>
              <a:t>;</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    </a:t>
            </a:r>
            <a:r>
              <a:rPr kumimoji="1" lang="en-US" altLang="ja-JP" sz="1200" err="1">
                <a:solidFill>
                  <a:schemeClr val="tx1"/>
                </a:solidFill>
                <a:latin typeface="Consolas" panose="020B0609020204030204" pitchFamily="49" charset="0"/>
              </a:rPr>
              <a:t>ObjectPool</a:t>
            </a:r>
            <a:r>
              <a:rPr kumimoji="1" lang="en-US" altLang="ja-JP" sz="1200">
                <a:solidFill>
                  <a:schemeClr val="tx1"/>
                </a:solidFill>
                <a:latin typeface="Consolas" panose="020B0609020204030204" pitchFamily="49" charset="0"/>
              </a:rPr>
              <a:t>&lt;T&gt;* pool_ = </a:t>
            </a:r>
            <a:r>
              <a:rPr kumimoji="1" lang="en-US" altLang="ja-JP" sz="1200" err="1">
                <a:solidFill>
                  <a:schemeClr val="tx1"/>
                </a:solidFill>
                <a:latin typeface="Consolas" panose="020B0609020204030204" pitchFamily="49" charset="0"/>
              </a:rPr>
              <a:t>nullptr</a:t>
            </a:r>
            <a:r>
              <a:rPr kumimoji="1" lang="en-US" altLang="ja-JP" sz="1200">
                <a:solidFill>
                  <a:schemeClr val="tx1"/>
                </a:solidFill>
                <a:latin typeface="Consolas" panose="020B0609020204030204" pitchFamily="49" charset="0"/>
              </a:rPr>
              <a:t>;</a:t>
            </a:r>
            <a:br>
              <a:rPr kumimoji="1" lang="en-US" altLang="ja-JP" sz="1200">
                <a:solidFill>
                  <a:schemeClr val="tx1"/>
                </a:solidFill>
                <a:latin typeface="Consolas" panose="020B0609020204030204" pitchFamily="49" charset="0"/>
              </a:rPr>
            </a:br>
            <a:r>
              <a:rPr kumimoji="1" lang="en-US" altLang="ja-JP" sz="1200">
                <a:solidFill>
                  <a:schemeClr val="tx1"/>
                </a:solidFill>
                <a:latin typeface="Consolas" panose="020B0609020204030204" pitchFamily="49" charset="0"/>
              </a:rPr>
              <a:t>};</a:t>
            </a:r>
          </a:p>
          <a:p>
            <a:pPr marL="0" indent="0">
              <a:buNone/>
            </a:pPr>
            <a:endParaRPr lang="en-US" altLang="ja-JP" sz="1200">
              <a:solidFill>
                <a:schemeClr val="tx1"/>
              </a:solidFill>
              <a:latin typeface="Consolas" panose="020B0609020204030204" pitchFamily="49" charset="0"/>
            </a:endParaRPr>
          </a:p>
        </p:txBody>
      </p:sp>
      <p:sp>
        <p:nvSpPr>
          <p:cNvPr id="4" name="スライド番号プレースホルダー 3">
            <a:extLst>
              <a:ext uri="{FF2B5EF4-FFF2-40B4-BE49-F238E27FC236}">
                <a16:creationId xmlns:a16="http://schemas.microsoft.com/office/drawing/2014/main" id="{C8E06E47-7A84-202B-451F-F7505612F8A1}"/>
              </a:ext>
            </a:extLst>
          </p:cNvPr>
          <p:cNvSpPr>
            <a:spLocks noGrp="1"/>
          </p:cNvSpPr>
          <p:nvPr>
            <p:ph type="sldNum" sz="quarter" idx="12"/>
          </p:nvPr>
        </p:nvSpPr>
        <p:spPr/>
        <p:txBody>
          <a:bodyPr/>
          <a:lstStyle/>
          <a:p>
            <a:fld id="{68B08B9C-01A2-4A8A-8896-9ED971C9E681}" type="slidenum">
              <a:rPr lang="ja-JP" altLang="en-US" smtClean="0"/>
              <a:pPr/>
              <a:t>11</a:t>
            </a:fld>
            <a:endParaRPr lang="ja-JP" altLang="en-US"/>
          </a:p>
        </p:txBody>
      </p:sp>
    </p:spTree>
    <p:extLst>
      <p:ext uri="{BB962C8B-B14F-4D97-AF65-F5344CB8AC3E}">
        <p14:creationId xmlns:p14="http://schemas.microsoft.com/office/powerpoint/2010/main" val="3677336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937E5-56C3-1B49-9815-58D7459C0C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78D799-5A75-75FC-EC12-948B9343C9EB}"/>
              </a:ext>
            </a:extLst>
          </p:cNvPr>
          <p:cNvSpPr>
            <a:spLocks noGrp="1"/>
          </p:cNvSpPr>
          <p:nvPr>
            <p:ph type="title"/>
          </p:nvPr>
        </p:nvSpPr>
        <p:spPr>
          <a:xfrm>
            <a:off x="419547" y="0"/>
            <a:ext cx="11188209" cy="852912"/>
          </a:xfrm>
        </p:spPr>
        <p:txBody>
          <a:bodyPr/>
          <a:lstStyle/>
          <a:p>
            <a:r>
              <a:rPr kumimoji="1" lang="en-US" altLang="ja-JP" err="1">
                <a:latin typeface="Consolas" panose="020B0609020204030204" pitchFamily="49" charset="0"/>
              </a:rPr>
              <a:t>ObjectPool</a:t>
            </a:r>
            <a:endParaRPr kumimoji="1" lang="ja-JP" altLang="en-US">
              <a:latin typeface="Consolas" panose="020B0609020204030204" pitchFamily="49" charset="0"/>
            </a:endParaRPr>
          </a:p>
        </p:txBody>
      </p:sp>
      <p:sp>
        <p:nvSpPr>
          <p:cNvPr id="3" name="コンテンツ プレースホルダー 2">
            <a:extLst>
              <a:ext uri="{FF2B5EF4-FFF2-40B4-BE49-F238E27FC236}">
                <a16:creationId xmlns:a16="http://schemas.microsoft.com/office/drawing/2014/main" id="{A1143DB2-7746-E08C-0C96-870D55AF847B}"/>
              </a:ext>
            </a:extLst>
          </p:cNvPr>
          <p:cNvSpPr>
            <a:spLocks noGrp="1"/>
          </p:cNvSpPr>
          <p:nvPr>
            <p:ph idx="1"/>
          </p:nvPr>
        </p:nvSpPr>
        <p:spPr>
          <a:xfrm>
            <a:off x="419547" y="852913"/>
            <a:ext cx="5981253" cy="5218188"/>
          </a:xfrm>
        </p:spPr>
        <p:txBody>
          <a:bodyPr vert="horz" lIns="91440" tIns="45720" rIns="91440" bIns="45720" rtlCol="0" anchor="t">
            <a:noAutofit/>
          </a:bodyPr>
          <a:lstStyle/>
          <a:p>
            <a:pPr marL="0" indent="0">
              <a:buNone/>
            </a:pPr>
            <a:r>
              <a:rPr lang="en-US" altLang="ja-JP" sz="1200">
                <a:solidFill>
                  <a:schemeClr val="tx1"/>
                </a:solidFill>
                <a:latin typeface="Consolas" panose="020B0609020204030204" pitchFamily="49" charset="0"/>
                <a:ea typeface="HGP創英角ｺﾞｼｯｸUB"/>
                <a:cs typeface="Consolas" panose="020B0609020204030204" pitchFamily="49" charset="0"/>
              </a:rPr>
              <a:t>#pragma once</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#include &lt;</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cstddef</a:t>
            </a:r>
            <a:r>
              <a:rPr lang="en-US" altLang="ja-JP" sz="1200">
                <a:solidFill>
                  <a:schemeClr val="tx1"/>
                </a:solidFill>
                <a:latin typeface="Consolas" panose="020B0609020204030204" pitchFamily="49" charset="0"/>
                <a:ea typeface="HGP創英角ｺﾞｼｯｸUB"/>
                <a:cs typeface="Consolas" panose="020B0609020204030204" pitchFamily="49" charset="0"/>
              </a:rPr>
              <a:t>&gt;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#include &lt;memory&gt;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#include &lt;stack&gt;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#include &lt;</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stdexcept</a:t>
            </a:r>
            <a:r>
              <a:rPr lang="en-US" altLang="ja-JP" sz="1200">
                <a:solidFill>
                  <a:schemeClr val="tx1"/>
                </a:solidFill>
                <a:latin typeface="Consolas" panose="020B0609020204030204" pitchFamily="49" charset="0"/>
                <a:ea typeface="HGP創英角ｺﾞｼｯｸUB"/>
                <a:cs typeface="Consolas" panose="020B0609020204030204" pitchFamily="49" charset="0"/>
              </a:rPr>
              <a:t>&gt;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#include &lt;vector&gt;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#include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PoolHandle.hpp</a:t>
            </a:r>
            <a:r>
              <a:rPr lang="en-US" altLang="ja-JP" sz="1200">
                <a:solidFill>
                  <a:schemeClr val="tx1"/>
                </a:solidFill>
                <a:latin typeface="Consolas" panose="020B0609020204030204" pitchFamily="49" charset="0"/>
                <a:ea typeface="HGP創英角ｺﾞｼｯｸUB"/>
                <a:cs typeface="Consolas" panose="020B0609020204030204" pitchFamily="49" charset="0"/>
              </a:rPr>
              <a: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template &lt;</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typename</a:t>
            </a:r>
            <a:r>
              <a:rPr lang="en-US" altLang="ja-JP" sz="1200">
                <a:solidFill>
                  <a:schemeClr val="tx1"/>
                </a:solidFill>
                <a:latin typeface="Consolas" panose="020B0609020204030204" pitchFamily="49" charset="0"/>
                <a:ea typeface="HGP創英角ｺﾞｼｯｸUB"/>
                <a:cs typeface="Consolas" panose="020B0609020204030204" pitchFamily="49" charset="0"/>
              </a:rPr>
              <a:t> T&gt;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class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ObjectPool</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friend class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PoolHandle</a:t>
            </a:r>
            <a:r>
              <a:rPr lang="en-US" altLang="ja-JP" sz="1200">
                <a:solidFill>
                  <a:schemeClr val="tx1"/>
                </a:solidFill>
                <a:latin typeface="Consolas" panose="020B0609020204030204" pitchFamily="49" charset="0"/>
                <a:ea typeface="HGP創英角ｺﾞｼｯｸUB"/>
                <a:cs typeface="Consolas" panose="020B0609020204030204" pitchFamily="49" charset="0"/>
              </a:rPr>
              <a:t>&lt;T&gt;;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public:</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explicit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ObjectPool</a:t>
            </a:r>
            <a:r>
              <a:rPr lang="en-US" altLang="ja-JP" sz="1200">
                <a:solidFill>
                  <a:schemeClr val="tx1"/>
                </a:solidFill>
                <a:latin typeface="Consolas" panose="020B0609020204030204" pitchFamily="49" charset="0"/>
                <a:ea typeface="HGP創英角ｺﾞｼｯｸUB"/>
                <a:cs typeface="Consolas" panose="020B0609020204030204" pitchFamily="49" charset="0"/>
              </a:rPr>
              <a:t>(std::</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size_t</a:t>
            </a:r>
            <a:r>
              <a:rPr lang="en-US" altLang="ja-JP" sz="1200">
                <a:solidFill>
                  <a:schemeClr val="tx1"/>
                </a:solidFill>
                <a:latin typeface="Consolas" panose="020B0609020204030204" pitchFamily="49" charset="0"/>
                <a:ea typeface="HGP創英角ｺﾞｼｯｸUB"/>
                <a:cs typeface="Consolas" panose="020B0609020204030204" pitchFamily="49" charset="0"/>
              </a:rPr>
              <a:t> capacity) {</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objects_.reserve</a:t>
            </a:r>
            <a:r>
              <a:rPr lang="en-US" altLang="ja-JP" sz="1200">
                <a:solidFill>
                  <a:schemeClr val="tx1"/>
                </a:solidFill>
                <a:latin typeface="Consolas" panose="020B0609020204030204" pitchFamily="49" charset="0"/>
                <a:ea typeface="HGP創英角ｺﾞｼｯｸUB"/>
                <a:cs typeface="Consolas" panose="020B0609020204030204" pitchFamily="49" charset="0"/>
              </a:rPr>
              <a:t>(capacity);</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for (std::</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size_t</a:t>
            </a:r>
            <a:r>
              <a:rPr lang="en-US" altLang="ja-JP" sz="1200">
                <a:solidFill>
                  <a:schemeClr val="tx1"/>
                </a:solidFill>
                <a:latin typeface="Consolas" panose="020B0609020204030204" pitchFamily="49" charset="0"/>
                <a:ea typeface="HGP創英角ｺﾞｼｯｸUB"/>
                <a:cs typeface="Consolas" panose="020B0609020204030204" pitchFamily="49" charset="0"/>
              </a:rPr>
              <a:t>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i</a:t>
            </a:r>
            <a:r>
              <a:rPr lang="en-US" altLang="ja-JP" sz="1200">
                <a:solidFill>
                  <a:schemeClr val="tx1"/>
                </a:solidFill>
                <a:latin typeface="Consolas" panose="020B0609020204030204" pitchFamily="49" charset="0"/>
                <a:ea typeface="HGP創英角ｺﾞｼｯｸUB"/>
                <a:cs typeface="Consolas" panose="020B0609020204030204" pitchFamily="49" charset="0"/>
              </a:rPr>
              <a:t> = 0;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i</a:t>
            </a:r>
            <a:r>
              <a:rPr lang="en-US" altLang="ja-JP" sz="1200">
                <a:solidFill>
                  <a:schemeClr val="tx1"/>
                </a:solidFill>
                <a:latin typeface="Consolas" panose="020B0609020204030204" pitchFamily="49" charset="0"/>
                <a:ea typeface="HGP創英角ｺﾞｼｯｸUB"/>
                <a:cs typeface="Consolas" panose="020B0609020204030204" pitchFamily="49" charset="0"/>
              </a:rPr>
              <a:t> &lt; capacity;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i</a:t>
            </a:r>
            <a:r>
              <a:rPr lang="en-US" altLang="ja-JP" sz="1200">
                <a:solidFill>
                  <a:schemeClr val="tx1"/>
                </a:solidFill>
                <a:latin typeface="Consolas" panose="020B0609020204030204" pitchFamily="49" charset="0"/>
                <a:ea typeface="HGP創英角ｺﾞｼｯｸUB"/>
                <a:cs typeface="Consolas" panose="020B0609020204030204" pitchFamily="49" charset="0"/>
              </a:rPr>
              <a:t>) {</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objects_.</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emplace_back</a:t>
            </a:r>
            <a:r>
              <a:rPr lang="en-US" altLang="ja-JP" sz="1200">
                <a:solidFill>
                  <a:schemeClr val="tx1"/>
                </a:solidFill>
                <a:latin typeface="Consolas" panose="020B0609020204030204" pitchFamily="49" charset="0"/>
                <a:ea typeface="HGP創英角ｺﾞｼｯｸUB"/>
                <a:cs typeface="Consolas" panose="020B0609020204030204" pitchFamily="49" charset="0"/>
              </a:rPr>
              <a:t>(std::</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make_unique</a:t>
            </a:r>
            <a:r>
              <a:rPr lang="en-US" altLang="ja-JP" sz="1200">
                <a:solidFill>
                  <a:schemeClr val="tx1"/>
                </a:solidFill>
                <a:latin typeface="Consolas" panose="020B0609020204030204" pitchFamily="49" charset="0"/>
                <a:ea typeface="HGP創英角ｺﾞｼｯｸUB"/>
                <a:cs typeface="Consolas" panose="020B0609020204030204" pitchFamily="49" charset="0"/>
              </a:rPr>
              <a:t>&lt;T&gt;());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free_.push</a:t>
            </a:r>
            <a:r>
              <a:rPr lang="en-US" altLang="ja-JP" sz="1200">
                <a:solidFill>
                  <a:schemeClr val="tx1"/>
                </a:solidFill>
                <a:latin typeface="Consolas" panose="020B0609020204030204" pitchFamily="49" charset="0"/>
                <a:ea typeface="HGP創英角ｺﾞｼｯｸUB"/>
                <a:cs typeface="Consolas" panose="020B0609020204030204" pitchFamily="49" charset="0"/>
              </a:rPr>
              <a:t>(</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objects_.back</a:t>
            </a:r>
            <a:r>
              <a:rPr lang="en-US" altLang="ja-JP" sz="1200">
                <a:solidFill>
                  <a:schemeClr val="tx1"/>
                </a:solidFill>
                <a:latin typeface="Consolas" panose="020B0609020204030204" pitchFamily="49" charset="0"/>
                <a:ea typeface="HGP創英角ｺﾞｼｯｸUB"/>
                <a:cs typeface="Consolas" panose="020B0609020204030204" pitchFamily="49" charset="0"/>
              </a:rPr>
              <a:t>().get());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PoolHandle</a:t>
            </a:r>
            <a:r>
              <a:rPr lang="en-US" altLang="ja-JP" sz="1200">
                <a:solidFill>
                  <a:schemeClr val="tx1"/>
                </a:solidFill>
                <a:latin typeface="Consolas" panose="020B0609020204030204" pitchFamily="49" charset="0"/>
                <a:ea typeface="HGP創英角ｺﾞｼｯｸUB"/>
                <a:cs typeface="Consolas" panose="020B0609020204030204" pitchFamily="49" charset="0"/>
              </a:rPr>
              <a:t>&lt;T&gt; Acquire() {</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if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free_.empty</a:t>
            </a:r>
            <a:r>
              <a:rPr lang="en-US" altLang="ja-JP" sz="1200">
                <a:solidFill>
                  <a:schemeClr val="tx1"/>
                </a:solidFill>
                <a:latin typeface="Consolas" panose="020B0609020204030204" pitchFamily="49" charset="0"/>
                <a:ea typeface="HGP創英角ｺﾞｼｯｸUB"/>
                <a:cs typeface="Consolas" panose="020B0609020204030204" pitchFamily="49" charset="0"/>
              </a:rPr>
              <a: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throw std::</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runtime_error</a:t>
            </a:r>
            <a:r>
              <a:rPr lang="en-US" altLang="ja-JP" sz="1200">
                <a:solidFill>
                  <a:schemeClr val="tx1"/>
                </a:solidFill>
                <a:latin typeface="Consolas" panose="020B0609020204030204" pitchFamily="49" charset="0"/>
                <a:ea typeface="HGP創英角ｺﾞｼｯｸUB"/>
                <a:cs typeface="Consolas" panose="020B0609020204030204" pitchFamily="49" charset="0"/>
              </a:rPr>
              <a:t>("</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ObjectPool</a:t>
            </a:r>
            <a:r>
              <a:rPr lang="en-US" altLang="ja-JP" sz="1200">
                <a:solidFill>
                  <a:schemeClr val="tx1"/>
                </a:solidFill>
                <a:latin typeface="Consolas" panose="020B0609020204030204" pitchFamily="49" charset="0"/>
                <a:ea typeface="HGP創英角ｺﾞｼｯｸUB"/>
                <a:cs typeface="Consolas" panose="020B0609020204030204" pitchFamily="49" charset="0"/>
              </a:rPr>
              <a:t> is empty");</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T* obj =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free_.top</a:t>
            </a:r>
            <a:r>
              <a:rPr lang="en-US" altLang="ja-JP" sz="1200">
                <a:solidFill>
                  <a:schemeClr val="tx1"/>
                </a:solidFill>
                <a:latin typeface="Consolas" panose="020B0609020204030204" pitchFamily="49" charset="0"/>
                <a:ea typeface="HGP創英角ｺﾞｼｯｸUB"/>
                <a:cs typeface="Consolas" panose="020B0609020204030204" pitchFamily="49" charset="0"/>
              </a:rPr>
              <a: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free_.pop</a:t>
            </a:r>
            <a:r>
              <a:rPr lang="en-US" altLang="ja-JP" sz="1200">
                <a:solidFill>
                  <a:schemeClr val="tx1"/>
                </a:solidFill>
                <a:latin typeface="Consolas" panose="020B0609020204030204" pitchFamily="49" charset="0"/>
                <a:ea typeface="HGP創英角ｺﾞｼｯｸUB"/>
                <a:cs typeface="Consolas" panose="020B0609020204030204" pitchFamily="49" charset="0"/>
              </a:rPr>
              <a: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return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PoolHandle</a:t>
            </a:r>
            <a:r>
              <a:rPr lang="en-US" altLang="ja-JP" sz="1200">
                <a:solidFill>
                  <a:schemeClr val="tx1"/>
                </a:solidFill>
                <a:latin typeface="Consolas" panose="020B0609020204030204" pitchFamily="49" charset="0"/>
                <a:ea typeface="HGP創英角ｺﾞｼｯｸUB"/>
                <a:cs typeface="Consolas" panose="020B0609020204030204" pitchFamily="49" charset="0"/>
              </a:rPr>
              <a:t>&lt;T&gt;(obj, this);</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endParaRPr lang="en-US" altLang="ja-JP" sz="1200">
              <a:solidFill>
                <a:schemeClr val="tx1"/>
              </a:solidFill>
              <a:latin typeface="Consolas" panose="020B0609020204030204" pitchFamily="49" charset="0"/>
              <a:ea typeface="HGP創英角ｺﾞｼｯｸUB"/>
              <a:cs typeface="Consolas" panose="020B0609020204030204" pitchFamily="49" charset="0"/>
            </a:endParaRPr>
          </a:p>
        </p:txBody>
      </p:sp>
      <p:sp>
        <p:nvSpPr>
          <p:cNvPr id="4" name="スライド番号プレースホルダー 3">
            <a:extLst>
              <a:ext uri="{FF2B5EF4-FFF2-40B4-BE49-F238E27FC236}">
                <a16:creationId xmlns:a16="http://schemas.microsoft.com/office/drawing/2014/main" id="{20057F5A-F019-1441-B865-B99C1E11D6A3}"/>
              </a:ext>
            </a:extLst>
          </p:cNvPr>
          <p:cNvSpPr>
            <a:spLocks noGrp="1"/>
          </p:cNvSpPr>
          <p:nvPr>
            <p:ph type="sldNum" sz="quarter" idx="12"/>
          </p:nvPr>
        </p:nvSpPr>
        <p:spPr/>
        <p:txBody>
          <a:bodyPr/>
          <a:lstStyle/>
          <a:p>
            <a:fld id="{68B08B9C-01A2-4A8A-8896-9ED971C9E681}" type="slidenum">
              <a:rPr lang="ja-JP" altLang="en-US" smtClean="0"/>
              <a:pPr/>
              <a:t>12</a:t>
            </a:fld>
            <a:endParaRPr lang="ja-JP" altLang="en-US"/>
          </a:p>
        </p:txBody>
      </p:sp>
      <p:sp>
        <p:nvSpPr>
          <p:cNvPr id="5" name="コンテンツ プレースホルダー 4">
            <a:extLst>
              <a:ext uri="{FF2B5EF4-FFF2-40B4-BE49-F238E27FC236}">
                <a16:creationId xmlns:a16="http://schemas.microsoft.com/office/drawing/2014/main" id="{61F4F7E9-6FD3-24C8-4C4D-45E97623D7FA}"/>
              </a:ext>
            </a:extLst>
          </p:cNvPr>
          <p:cNvSpPr>
            <a:spLocks noGrp="1"/>
          </p:cNvSpPr>
          <p:nvPr>
            <p:ph idx="13"/>
          </p:nvPr>
        </p:nvSpPr>
        <p:spPr>
          <a:xfrm>
            <a:off x="5791202" y="852913"/>
            <a:ext cx="5816554" cy="5218188"/>
          </a:xfrm>
        </p:spPr>
        <p:txBody>
          <a:bodyPr>
            <a:normAutofit/>
          </a:bodyPr>
          <a:lstStyle/>
          <a:p>
            <a:pPr marL="0" indent="0">
              <a:buNone/>
            </a:pPr>
            <a:r>
              <a:rPr lang="en-US" altLang="ja-JP" sz="1200">
                <a:solidFill>
                  <a:schemeClr val="tx1"/>
                </a:solidFill>
                <a:latin typeface="Consolas" panose="020B0609020204030204" pitchFamily="49" charset="0"/>
                <a:ea typeface="HGP創英角ｺﾞｼｯｸUB"/>
                <a:cs typeface="Consolas" panose="020B0609020204030204" pitchFamily="49" charset="0"/>
              </a:rPr>
              <a:t>private:</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void Release(T* obj) {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free_.push</a:t>
            </a:r>
            <a:r>
              <a:rPr lang="en-US" altLang="ja-JP" sz="1200">
                <a:solidFill>
                  <a:schemeClr val="tx1"/>
                </a:solidFill>
                <a:latin typeface="Consolas" panose="020B0609020204030204" pitchFamily="49" charset="0"/>
                <a:ea typeface="HGP創英角ｺﾞｼｯｸUB"/>
                <a:cs typeface="Consolas" panose="020B0609020204030204" pitchFamily="49" charset="0"/>
              </a:rPr>
              <a:t>(obj); }</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std::vector&lt;std::</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unique_ptr</a:t>
            </a:r>
            <a:r>
              <a:rPr lang="en-US" altLang="ja-JP" sz="1200">
                <a:solidFill>
                  <a:schemeClr val="tx1"/>
                </a:solidFill>
                <a:latin typeface="Consolas" panose="020B0609020204030204" pitchFamily="49" charset="0"/>
                <a:ea typeface="HGP創英角ｺﾞｼｯｸUB"/>
                <a:cs typeface="Consolas" panose="020B0609020204030204" pitchFamily="49" charset="0"/>
              </a:rPr>
              <a:t>&lt;T&gt;&gt; objects_;</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std::stack&lt;T*&gt; free_;</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template &lt;</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typename</a:t>
            </a:r>
            <a:r>
              <a:rPr lang="en-US" altLang="ja-JP" sz="1200">
                <a:solidFill>
                  <a:schemeClr val="tx1"/>
                </a:solidFill>
                <a:latin typeface="Consolas" panose="020B0609020204030204" pitchFamily="49" charset="0"/>
                <a:ea typeface="HGP創英角ｺﾞｼｯｸUB"/>
                <a:cs typeface="Consolas" panose="020B0609020204030204" pitchFamily="49" charset="0"/>
              </a:rPr>
              <a:t> T&gt;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err="1">
                <a:solidFill>
                  <a:schemeClr val="tx1"/>
                </a:solidFill>
                <a:latin typeface="Consolas" panose="020B0609020204030204" pitchFamily="49" charset="0"/>
                <a:ea typeface="HGP創英角ｺﾞｼｯｸUB"/>
                <a:cs typeface="Consolas" panose="020B0609020204030204" pitchFamily="49" charset="0"/>
              </a:rPr>
              <a:t>PoolHandle</a:t>
            </a:r>
            <a:r>
              <a:rPr lang="en-US" altLang="ja-JP" sz="1200">
                <a:solidFill>
                  <a:schemeClr val="tx1"/>
                </a:solidFill>
                <a:latin typeface="Consolas" panose="020B0609020204030204" pitchFamily="49" charset="0"/>
                <a:ea typeface="HGP創英角ｺﾞｼｯｸUB"/>
                <a:cs typeface="Consolas" panose="020B0609020204030204" pitchFamily="49" charset="0"/>
              </a:rPr>
              <a:t>&lt;T&gt;::~</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PoolHandle</a:t>
            </a:r>
            <a:r>
              <a:rPr lang="en-US" altLang="ja-JP" sz="1200">
                <a:solidFill>
                  <a:schemeClr val="tx1"/>
                </a:solidFill>
                <a:latin typeface="Consolas" panose="020B0609020204030204" pitchFamily="49" charset="0"/>
                <a:ea typeface="HGP創英角ｺﾞｼｯｸUB"/>
                <a:cs typeface="Consolas" panose="020B0609020204030204" pitchFamily="49" charset="0"/>
              </a:rPr>
              <a: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if (obj_ !=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nullptr</a:t>
            </a:r>
            <a:r>
              <a:rPr lang="en-US" altLang="ja-JP" sz="1200">
                <a:solidFill>
                  <a:schemeClr val="tx1"/>
                </a:solidFill>
                <a:latin typeface="Consolas" panose="020B0609020204030204" pitchFamily="49" charset="0"/>
                <a:ea typeface="HGP創英角ｺﾞｼｯｸUB"/>
                <a:cs typeface="Consolas" panose="020B0609020204030204" pitchFamily="49" charset="0"/>
              </a:rPr>
              <a:t> &amp;&amp; pool_ != </a:t>
            </a:r>
            <a:r>
              <a:rPr lang="en-US" altLang="ja-JP" sz="1200" err="1">
                <a:solidFill>
                  <a:schemeClr val="tx1"/>
                </a:solidFill>
                <a:latin typeface="Consolas" panose="020B0609020204030204" pitchFamily="49" charset="0"/>
                <a:ea typeface="HGP創英角ｺﾞｼｯｸUB"/>
                <a:cs typeface="Consolas" panose="020B0609020204030204" pitchFamily="49" charset="0"/>
              </a:rPr>
              <a:t>nullptr</a:t>
            </a:r>
            <a:r>
              <a:rPr lang="en-US" altLang="ja-JP" sz="1200">
                <a:solidFill>
                  <a:schemeClr val="tx1"/>
                </a:solidFill>
                <a:latin typeface="Consolas" panose="020B0609020204030204" pitchFamily="49" charset="0"/>
                <a:ea typeface="HGP創英角ｺﾞｼｯｸUB"/>
                <a:cs typeface="Consolas" panose="020B0609020204030204" pitchFamily="49" charset="0"/>
              </a:rPr>
              <a:t>) {</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pool_-&gt;Release(obj_);</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    }</a:t>
            </a:r>
            <a:br>
              <a:rPr lang="en-US" altLang="ja-JP" sz="1200">
                <a:solidFill>
                  <a:schemeClr val="tx1"/>
                </a:solidFill>
                <a:latin typeface="Consolas" panose="020B0609020204030204" pitchFamily="49" charset="0"/>
                <a:ea typeface="HGP創英角ｺﾞｼｯｸUB"/>
                <a:cs typeface="Consolas" panose="020B0609020204030204" pitchFamily="49" charset="0"/>
              </a:rPr>
            </a:br>
            <a:r>
              <a:rPr lang="en-US" altLang="ja-JP" sz="1200">
                <a:solidFill>
                  <a:schemeClr val="tx1"/>
                </a:solidFill>
                <a:latin typeface="Consolas" panose="020B0609020204030204" pitchFamily="49" charset="0"/>
                <a:ea typeface="HGP創英角ｺﾞｼｯｸUB"/>
                <a:cs typeface="Consolas" panose="020B0609020204030204" pitchFamily="49" charset="0"/>
              </a:rPr>
              <a:t>}</a:t>
            </a:r>
          </a:p>
          <a:p>
            <a:pPr marL="0" indent="0">
              <a:buNone/>
            </a:pPr>
            <a:endParaRPr lang="ja-JP" altLang="en-US" sz="1200"/>
          </a:p>
        </p:txBody>
      </p:sp>
    </p:spTree>
    <p:extLst>
      <p:ext uri="{BB962C8B-B14F-4D97-AF65-F5344CB8AC3E}">
        <p14:creationId xmlns:p14="http://schemas.microsoft.com/office/powerpoint/2010/main" val="2921840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72AD-5A6D-4A24-6187-041C3460FB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15FC08C-0F7D-B54D-5D74-7D1B6D5AE43F}"/>
              </a:ext>
            </a:extLst>
          </p:cNvPr>
          <p:cNvSpPr>
            <a:spLocks noGrp="1"/>
          </p:cNvSpPr>
          <p:nvPr>
            <p:ph type="title"/>
          </p:nvPr>
        </p:nvSpPr>
        <p:spPr/>
        <p:txBody>
          <a:bodyPr/>
          <a:lstStyle/>
          <a:p>
            <a:r>
              <a:rPr kumimoji="1" lang="ja-JP" altLang="en-US">
                <a:latin typeface="Consolas" panose="020B0609020204030204" pitchFamily="49" charset="0"/>
              </a:rPr>
              <a:t>使用例</a:t>
            </a:r>
          </a:p>
        </p:txBody>
      </p:sp>
      <p:sp>
        <p:nvSpPr>
          <p:cNvPr id="3" name="コンテンツ プレースホルダー 2">
            <a:extLst>
              <a:ext uri="{FF2B5EF4-FFF2-40B4-BE49-F238E27FC236}">
                <a16:creationId xmlns:a16="http://schemas.microsoft.com/office/drawing/2014/main" id="{49A7CDB0-7422-2F80-F5F8-9711B2B77590}"/>
              </a:ext>
            </a:extLst>
          </p:cNvPr>
          <p:cNvSpPr>
            <a:spLocks noGrp="1"/>
          </p:cNvSpPr>
          <p:nvPr>
            <p:ph idx="1"/>
          </p:nvPr>
        </p:nvSpPr>
        <p:spPr/>
        <p:txBody>
          <a:bodyPr>
            <a:noAutofit/>
          </a:bodyPr>
          <a:lstStyle/>
          <a:p>
            <a:pPr marL="0" indent="0">
              <a:buNone/>
            </a:pPr>
            <a:r>
              <a:rPr lang="en-US" altLang="ja-JP" sz="1400" dirty="0">
                <a:solidFill>
                  <a:schemeClr val="tx1"/>
                </a:solidFill>
                <a:latin typeface="Consolas" panose="020B0609020204030204" pitchFamily="49" charset="0"/>
              </a:rPr>
              <a:t>class Enemy {</a:t>
            </a: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public:</a:t>
            </a: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  void Attack() {</a:t>
            </a: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    std::</a:t>
            </a:r>
            <a:r>
              <a:rPr lang="en-US" altLang="ja-JP" sz="1400" dirty="0" err="1">
                <a:solidFill>
                  <a:schemeClr val="tx1"/>
                </a:solidFill>
                <a:latin typeface="Consolas" panose="020B0609020204030204" pitchFamily="49" charset="0"/>
              </a:rPr>
              <a:t>cout</a:t>
            </a:r>
            <a:r>
              <a:rPr lang="en-US" altLang="ja-JP" sz="1400" dirty="0">
                <a:solidFill>
                  <a:schemeClr val="tx1"/>
                </a:solidFill>
                <a:latin typeface="Consolas" panose="020B0609020204030204" pitchFamily="49" charset="0"/>
              </a:rPr>
              <a:t> &lt;&lt; “Enemy attacks!” &lt;&lt; std::</a:t>
            </a:r>
            <a:r>
              <a:rPr lang="en-US" altLang="ja-JP" sz="1400" dirty="0" err="1">
                <a:solidFill>
                  <a:schemeClr val="tx1"/>
                </a:solidFill>
                <a:latin typeface="Consolas" panose="020B0609020204030204" pitchFamily="49" charset="0"/>
              </a:rPr>
              <a:t>endl</a:t>
            </a:r>
            <a:r>
              <a:rPr lang="en-US" altLang="ja-JP" sz="1400" dirty="0">
                <a:solidFill>
                  <a:schemeClr val="tx1"/>
                </a:solidFill>
                <a:latin typeface="Consolas" panose="020B0609020204030204" pitchFamily="49" charset="0"/>
              </a:rPr>
              <a:t>;</a:t>
            </a: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  }</a:t>
            </a: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a:t>
            </a:r>
            <a:br>
              <a:rPr lang="en-US" altLang="ja-JP" sz="1400" dirty="0">
                <a:solidFill>
                  <a:schemeClr val="tx1"/>
                </a:solidFill>
                <a:latin typeface="Consolas" panose="020B0609020204030204" pitchFamily="49" charset="0"/>
              </a:rPr>
            </a:b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int main() {</a:t>
            </a: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  </a:t>
            </a:r>
            <a:r>
              <a:rPr lang="en-US" altLang="ja-JP" sz="1400" dirty="0" err="1">
                <a:solidFill>
                  <a:schemeClr val="tx1"/>
                </a:solidFill>
                <a:latin typeface="Consolas" panose="020B0609020204030204" pitchFamily="49" charset="0"/>
              </a:rPr>
              <a:t>ObjectPool</a:t>
            </a:r>
            <a:r>
              <a:rPr lang="en-US" altLang="ja-JP" sz="1400" dirty="0">
                <a:solidFill>
                  <a:schemeClr val="tx1"/>
                </a:solidFill>
                <a:latin typeface="Consolas" panose="020B0609020204030204" pitchFamily="49" charset="0"/>
              </a:rPr>
              <a:t>&lt;Enemy&gt; pool(2);</a:t>
            </a:r>
            <a:br>
              <a:rPr lang="en-US" altLang="ja-JP" sz="1400" dirty="0">
                <a:solidFill>
                  <a:schemeClr val="tx1"/>
                </a:solidFill>
                <a:latin typeface="Consolas" panose="020B0609020204030204" pitchFamily="49" charset="0"/>
              </a:rPr>
            </a:b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  auto e1 = </a:t>
            </a:r>
            <a:r>
              <a:rPr lang="en-US" altLang="ja-JP" sz="1400" dirty="0" err="1">
                <a:solidFill>
                  <a:schemeClr val="tx1"/>
                </a:solidFill>
                <a:latin typeface="Consolas" panose="020B0609020204030204" pitchFamily="49" charset="0"/>
              </a:rPr>
              <a:t>pool.Acquire</a:t>
            </a:r>
            <a:r>
              <a:rPr lang="en-US" altLang="ja-JP" sz="1400" dirty="0">
                <a:solidFill>
                  <a:schemeClr val="tx1"/>
                </a:solidFill>
                <a:latin typeface="Consolas" panose="020B0609020204030204" pitchFamily="49" charset="0"/>
              </a:rPr>
              <a:t>();</a:t>
            </a: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  e1-&gt;Attack();</a:t>
            </a:r>
            <a:br>
              <a:rPr lang="en-US" altLang="ja-JP" sz="1400" dirty="0">
                <a:solidFill>
                  <a:schemeClr val="tx1"/>
                </a:solidFill>
                <a:latin typeface="Consolas" panose="020B0609020204030204" pitchFamily="49" charset="0"/>
              </a:rPr>
            </a:b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  auto e2 = </a:t>
            </a:r>
            <a:r>
              <a:rPr lang="en-US" altLang="ja-JP" sz="1400" dirty="0" err="1">
                <a:solidFill>
                  <a:schemeClr val="tx1"/>
                </a:solidFill>
                <a:latin typeface="Consolas" panose="020B0609020204030204" pitchFamily="49" charset="0"/>
              </a:rPr>
              <a:t>pool.Acquire</a:t>
            </a:r>
            <a:r>
              <a:rPr lang="en-US" altLang="ja-JP" sz="1400" dirty="0">
                <a:solidFill>
                  <a:schemeClr val="tx1"/>
                </a:solidFill>
                <a:latin typeface="Consolas" panose="020B0609020204030204" pitchFamily="49" charset="0"/>
              </a:rPr>
              <a:t>();</a:t>
            </a: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  e2-&gt;Attack();</a:t>
            </a:r>
            <a:br>
              <a:rPr lang="en-US" altLang="ja-JP" sz="1400" dirty="0">
                <a:solidFill>
                  <a:schemeClr val="tx1"/>
                </a:solidFill>
                <a:latin typeface="Consolas" panose="020B0609020204030204" pitchFamily="49" charset="0"/>
              </a:rPr>
            </a:br>
            <a:r>
              <a:rPr lang="en-US" altLang="ja-JP" sz="1400" dirty="0">
                <a:solidFill>
                  <a:schemeClr val="tx1"/>
                </a:solidFill>
                <a:latin typeface="Consolas" panose="020B0609020204030204" pitchFamily="49" charset="0"/>
              </a:rPr>
              <a:t>};</a:t>
            </a:r>
          </a:p>
        </p:txBody>
      </p:sp>
      <p:sp>
        <p:nvSpPr>
          <p:cNvPr id="4" name="スライド番号プレースホルダー 3">
            <a:extLst>
              <a:ext uri="{FF2B5EF4-FFF2-40B4-BE49-F238E27FC236}">
                <a16:creationId xmlns:a16="http://schemas.microsoft.com/office/drawing/2014/main" id="{B1CC0F7A-770B-5CB8-AEBE-B8EDE89481ED}"/>
              </a:ext>
            </a:extLst>
          </p:cNvPr>
          <p:cNvSpPr>
            <a:spLocks noGrp="1"/>
          </p:cNvSpPr>
          <p:nvPr>
            <p:ph type="sldNum" sz="quarter" idx="12"/>
          </p:nvPr>
        </p:nvSpPr>
        <p:spPr/>
        <p:txBody>
          <a:bodyPr/>
          <a:lstStyle/>
          <a:p>
            <a:fld id="{68B08B9C-01A2-4A8A-8896-9ED971C9E681}" type="slidenum">
              <a:rPr lang="ja-JP" altLang="en-US" smtClean="0"/>
              <a:pPr/>
              <a:t>13</a:t>
            </a:fld>
            <a:endParaRPr lang="ja-JP" altLang="en-US"/>
          </a:p>
        </p:txBody>
      </p:sp>
    </p:spTree>
    <p:extLst>
      <p:ext uri="{BB962C8B-B14F-4D97-AF65-F5344CB8AC3E}">
        <p14:creationId xmlns:p14="http://schemas.microsoft.com/office/powerpoint/2010/main" val="643076858"/>
      </p:ext>
    </p:extLst>
  </p:cSld>
  <p:clrMapOvr>
    <a:masterClrMapping/>
  </p:clrMapOvr>
</p:sld>
</file>

<file path=ppt/theme/theme1.xml><?xml version="1.0" encoding="utf-8"?>
<a:theme xmlns:a="http://schemas.openxmlformats.org/drawingml/2006/main" name="CLOUD CREATIVE STUDIOS, INC.">
  <a:themeElements>
    <a:clrScheme name="CLOUD CREATIVE STUDIOS, INC.">
      <a:dk1>
        <a:sysClr val="windowText" lastClr="000000"/>
      </a:dk1>
      <a:lt1>
        <a:sysClr val="window" lastClr="FFFFFF"/>
      </a:lt1>
      <a:dk2>
        <a:srgbClr val="44546A"/>
      </a:dk2>
      <a:lt2>
        <a:srgbClr val="E7E6E6"/>
      </a:lt2>
      <a:accent1>
        <a:srgbClr val="00A0E9"/>
      </a:accent1>
      <a:accent2>
        <a:srgbClr val="E60012"/>
      </a:accent2>
      <a:accent3>
        <a:srgbClr val="FFF100"/>
      </a:accent3>
      <a:accent4>
        <a:srgbClr val="FFC000"/>
      </a:accent4>
      <a:accent5>
        <a:srgbClr val="5B9BD5"/>
      </a:accent5>
      <a:accent6>
        <a:srgbClr val="70AD47"/>
      </a:accent6>
      <a:hlink>
        <a:srgbClr val="0563C1"/>
      </a:hlink>
      <a:folHlink>
        <a:srgbClr val="954F72"/>
      </a:folHlink>
    </a:clrScheme>
    <a:fontScheme name="CLOUD CREATIVE STUDIOS, INC.">
      <a:majorFont>
        <a:latin typeface="HGP創英角ｺﾞｼｯｸUB"/>
        <a:ea typeface="HG創英角ｺﾞｼｯｸUB"/>
        <a:cs typeface=""/>
      </a:majorFont>
      <a:minorFont>
        <a:latin typeface="HGP創英角ｺﾞｼｯｸUB"/>
        <a:ea typeface="HGS創英角ｺﾞｼｯｸUB"/>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コンストラクタの使い方" id="{B4D26422-EF22-4749-A37B-4F95BA192464}" vid="{E1CBD8AE-53C3-4965-B370-C7A6DC7FCDD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B27C6B184D3A5D4EAAB411F5F7E654A4" ma:contentTypeVersion="3" ma:contentTypeDescription="新しいドキュメントを作成します。" ma:contentTypeScope="" ma:versionID="ff659de2dc9403655b5250ccb9023000">
  <xsd:schema xmlns:xsd="http://www.w3.org/2001/XMLSchema" xmlns:xs="http://www.w3.org/2001/XMLSchema" xmlns:p="http://schemas.microsoft.com/office/2006/metadata/properties" xmlns:ns2="f596ef32-5378-4823-961e-50c2ffb211d9" targetNamespace="http://schemas.microsoft.com/office/2006/metadata/properties" ma:root="true" ma:fieldsID="28ab20cd041a9b24bd2fa999347f3924" ns2:_="">
    <xsd:import namespace="f596ef32-5378-4823-961e-50c2ffb211d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96ef32-5378-4823-961e-50c2ffb211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348063C-6458-4D37-858F-9A2C24247B59}">
  <ds:schemaRefs>
    <ds:schemaRef ds:uri="f596ef32-5378-4823-961e-50c2ffb211d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CF233E4-21D5-4B01-A51A-6B7D34C4CAF7}">
  <ds:schemaRefs>
    <ds:schemaRef ds:uri="http://schemas.microsoft.com/office/infopath/2007/PartnerControls"/>
    <ds:schemaRef ds:uri="http://schemas.microsoft.com/office/2006/documentManagement/types"/>
    <ds:schemaRef ds:uri="http://purl.org/dc/terms/"/>
    <ds:schemaRef ds:uri="http://www.w3.org/XML/1998/namespace"/>
    <ds:schemaRef ds:uri="http://purl.org/dc/dcmitype/"/>
    <ds:schemaRef ds:uri="http://schemas.openxmlformats.org/package/2006/metadata/core-properties"/>
    <ds:schemaRef ds:uri="http://schemas.microsoft.com/office/2006/metadata/properties"/>
    <ds:schemaRef ds:uri="f596ef32-5378-4823-961e-50c2ffb211d9"/>
    <ds:schemaRef ds:uri="http://purl.org/dc/elements/1.1/"/>
  </ds:schemaRefs>
</ds:datastoreItem>
</file>

<file path=customXml/itemProps3.xml><?xml version="1.0" encoding="utf-8"?>
<ds:datastoreItem xmlns:ds="http://schemas.openxmlformats.org/officeDocument/2006/customXml" ds:itemID="{187F6E5E-30E8-4CEA-9284-2D349AD853E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KDTテンプレート</Template>
  <TotalTime>13</TotalTime>
  <Words>1060</Words>
  <Application>Microsoft Office PowerPoint</Application>
  <PresentationFormat>ワイド画面</PresentationFormat>
  <Paragraphs>83</Paragraphs>
  <Slides>13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HGP創英角ｺﾞｼｯｸUB</vt:lpstr>
      <vt:lpstr>HGP創英角ｺﾞｼｯｸUB</vt:lpstr>
      <vt:lpstr>Arial</vt:lpstr>
      <vt:lpstr>Consolas</vt:lpstr>
      <vt:lpstr>CLOUD CREATIVE STUDIOS, INC.</vt:lpstr>
      <vt:lpstr>オブジェクトプール</vt:lpstr>
      <vt:lpstr>学習目標</vt:lpstr>
      <vt:lpstr>オブジェクトプールとは？</vt:lpstr>
      <vt:lpstr>デザインパターン</vt:lpstr>
      <vt:lpstr>ゲーム開発での問題</vt:lpstr>
      <vt:lpstr>オブジェクトプールの仕組み</vt:lpstr>
      <vt:lpstr>メリット</vt:lpstr>
      <vt:lpstr>メモリーレイアウト</vt:lpstr>
      <vt:lpstr>デメリット</vt:lpstr>
      <vt:lpstr>デメリット</vt:lpstr>
      <vt:lpstr>PoolHandle</vt:lpstr>
      <vt:lpstr>ObjectPool</vt:lpstr>
      <vt:lpstr>使用例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ヒープとスタックの基礎理解</dc:title>
  <dc:creator>Akio Jinsenji</dc:creator>
  <cp:lastModifiedBy>秦泉寺 先生</cp:lastModifiedBy>
  <cp:revision>3</cp:revision>
  <dcterms:created xsi:type="dcterms:W3CDTF">2025-04-20T03:02:31Z</dcterms:created>
  <dcterms:modified xsi:type="dcterms:W3CDTF">2026-09-29T05:51:56Z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0x010100B27C6B184D3A5D4EAAB411F5F7E654A4</vt:lpwstr>
  </property>
</Properties>
</file>